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k McAlister" userId="fad37fcb1da1ebec" providerId="LiveId" clId="{E90D58D1-90D8-4E0C-8045-F63DE67A1DBA}"/>
    <pc:docChg chg="modSld sldOrd">
      <pc:chgData name="Rick McAlister" userId="fad37fcb1da1ebec" providerId="LiveId" clId="{E90D58D1-90D8-4E0C-8045-F63DE67A1DBA}" dt="2025-03-28T16:39:51.556" v="1"/>
      <pc:docMkLst>
        <pc:docMk/>
      </pc:docMkLst>
      <pc:sldChg chg="ord">
        <pc:chgData name="Rick McAlister" userId="fad37fcb1da1ebec" providerId="LiveId" clId="{E90D58D1-90D8-4E0C-8045-F63DE67A1DBA}" dt="2025-03-28T16:39:51.556" v="1"/>
        <pc:sldMkLst>
          <pc:docMk/>
          <pc:sldMk cId="1185826878" sldId="261"/>
        </pc:sldMkLst>
      </pc:sldChg>
    </pc:docChg>
  </pc:docChgLst>
  <pc:docChgLst>
    <pc:chgData name="Rick McAlister" userId="fad37fcb1da1ebec" providerId="LiveId" clId="{DDF26A53-41B2-4A06-A65C-1EEC0A85FAAA}"/>
    <pc:docChg chg="custSel addSld modSld">
      <pc:chgData name="Rick McAlister" userId="fad37fcb1da1ebec" providerId="LiveId" clId="{DDF26A53-41B2-4A06-A65C-1EEC0A85FAAA}" dt="2025-03-21T18:40:42.828" v="585" actId="14100"/>
      <pc:docMkLst>
        <pc:docMk/>
      </pc:docMkLst>
      <pc:sldChg chg="addSp delSp modSp add mod">
        <pc:chgData name="Rick McAlister" userId="fad37fcb1da1ebec" providerId="LiveId" clId="{DDF26A53-41B2-4A06-A65C-1EEC0A85FAAA}" dt="2025-03-20T21:20:04.743" v="110" actId="1076"/>
        <pc:sldMkLst>
          <pc:docMk/>
          <pc:sldMk cId="2026666887" sldId="260"/>
        </pc:sldMkLst>
        <pc:spChg chg="mod">
          <ac:chgData name="Rick McAlister" userId="fad37fcb1da1ebec" providerId="LiveId" clId="{DDF26A53-41B2-4A06-A65C-1EEC0A85FAAA}" dt="2025-03-20T21:19:39.712" v="103" actId="1076"/>
          <ac:spMkLst>
            <pc:docMk/>
            <pc:sldMk cId="2026666887" sldId="260"/>
            <ac:spMk id="17" creationId="{F736EA55-971E-138B-3C92-08A42A54D631}"/>
          </ac:spMkLst>
        </pc:spChg>
        <pc:spChg chg="mod">
          <ac:chgData name="Rick McAlister" userId="fad37fcb1da1ebec" providerId="LiveId" clId="{DDF26A53-41B2-4A06-A65C-1EEC0A85FAAA}" dt="2025-03-20T21:19:23.977" v="102" actId="14100"/>
          <ac:spMkLst>
            <pc:docMk/>
            <pc:sldMk cId="2026666887" sldId="260"/>
            <ac:spMk id="18" creationId="{BE044F40-339F-F333-D682-C7D0FE7EB6E9}"/>
          </ac:spMkLst>
        </pc:spChg>
        <pc:spChg chg="mod">
          <ac:chgData name="Rick McAlister" userId="fad37fcb1da1ebec" providerId="LiveId" clId="{DDF26A53-41B2-4A06-A65C-1EEC0A85FAAA}" dt="2025-03-20T21:19:50.702" v="108" actId="403"/>
          <ac:spMkLst>
            <pc:docMk/>
            <pc:sldMk cId="2026666887" sldId="260"/>
            <ac:spMk id="24" creationId="{DD4E06F3-3316-1F02-1967-029610CC8F2B}"/>
          </ac:spMkLst>
        </pc:spChg>
        <pc:spChg chg="mod">
          <ac:chgData name="Rick McAlister" userId="fad37fcb1da1ebec" providerId="LiveId" clId="{DDF26A53-41B2-4A06-A65C-1EEC0A85FAAA}" dt="2025-03-20T21:19:23.977" v="102" actId="14100"/>
          <ac:spMkLst>
            <pc:docMk/>
            <pc:sldMk cId="2026666887" sldId="260"/>
            <ac:spMk id="39" creationId="{50171E86-BD3D-F59E-BF80-56EFA7F2FEF3}"/>
          </ac:spMkLst>
        </pc:spChg>
        <pc:spChg chg="mod">
          <ac:chgData name="Rick McAlister" userId="fad37fcb1da1ebec" providerId="LiveId" clId="{DDF26A53-41B2-4A06-A65C-1EEC0A85FAAA}" dt="2025-03-20T21:19:23.977" v="102" actId="14100"/>
          <ac:spMkLst>
            <pc:docMk/>
            <pc:sldMk cId="2026666887" sldId="260"/>
            <ac:spMk id="50" creationId="{CD7A6E4B-D9EB-9720-F5CF-1A4339866B53}"/>
          </ac:spMkLst>
        </pc:spChg>
        <pc:spChg chg="mod">
          <ac:chgData name="Rick McAlister" userId="fad37fcb1da1ebec" providerId="LiveId" clId="{DDF26A53-41B2-4A06-A65C-1EEC0A85FAAA}" dt="2025-03-20T21:20:00.261" v="109" actId="1076"/>
          <ac:spMkLst>
            <pc:docMk/>
            <pc:sldMk cId="2026666887" sldId="260"/>
            <ac:spMk id="65" creationId="{77D6F211-C252-5D8F-7BC1-C358E90831F8}"/>
          </ac:spMkLst>
        </pc:spChg>
        <pc:spChg chg="mod">
          <ac:chgData name="Rick McAlister" userId="fad37fcb1da1ebec" providerId="LiveId" clId="{DDF26A53-41B2-4A06-A65C-1EEC0A85FAAA}" dt="2025-03-20T21:20:04.743" v="110" actId="1076"/>
          <ac:spMkLst>
            <pc:docMk/>
            <pc:sldMk cId="2026666887" sldId="260"/>
            <ac:spMk id="70" creationId="{D035003A-2AB1-FA1C-F4E8-E29EA8E23DCE}"/>
          </ac:spMkLst>
        </pc:spChg>
        <pc:cxnChg chg="add mod">
          <ac:chgData name="Rick McAlister" userId="fad37fcb1da1ebec" providerId="LiveId" clId="{DDF26A53-41B2-4A06-A65C-1EEC0A85FAAA}" dt="2025-03-20T21:19:39.712" v="103" actId="1076"/>
          <ac:cxnSpMkLst>
            <pc:docMk/>
            <pc:sldMk cId="2026666887" sldId="260"/>
            <ac:cxnSpMk id="4" creationId="{86B1E090-5120-1CEB-6C78-742EA5F25884}"/>
          </ac:cxnSpMkLst>
        </pc:cxnChg>
        <pc:cxnChg chg="add mod">
          <ac:chgData name="Rick McAlister" userId="fad37fcb1da1ebec" providerId="LiveId" clId="{DDF26A53-41B2-4A06-A65C-1EEC0A85FAAA}" dt="2025-03-20T21:16:03.090" v="44" actId="1076"/>
          <ac:cxnSpMkLst>
            <pc:docMk/>
            <pc:sldMk cId="2026666887" sldId="260"/>
            <ac:cxnSpMk id="13" creationId="{E8A78715-E9A7-4ED3-54AB-C813484EB067}"/>
          </ac:cxnSpMkLst>
        </pc:cxnChg>
        <pc:cxnChg chg="add mod">
          <ac:chgData name="Rick McAlister" userId="fad37fcb1da1ebec" providerId="LiveId" clId="{DDF26A53-41B2-4A06-A65C-1EEC0A85FAAA}" dt="2025-03-20T21:19:23.977" v="102" actId="14100"/>
          <ac:cxnSpMkLst>
            <pc:docMk/>
            <pc:sldMk cId="2026666887" sldId="260"/>
            <ac:cxnSpMk id="23" creationId="{0D4FCD7B-AD3F-91C6-6C81-8EF6E4B938DF}"/>
          </ac:cxnSpMkLst>
        </pc:cxnChg>
        <pc:cxnChg chg="add mod">
          <ac:chgData name="Rick McAlister" userId="fad37fcb1da1ebec" providerId="LiveId" clId="{DDF26A53-41B2-4A06-A65C-1EEC0A85FAAA}" dt="2025-03-20T21:19:39.712" v="103" actId="1076"/>
          <ac:cxnSpMkLst>
            <pc:docMk/>
            <pc:sldMk cId="2026666887" sldId="260"/>
            <ac:cxnSpMk id="32" creationId="{73CE4C13-3F73-BC6D-A2BE-691495AD3E69}"/>
          </ac:cxnSpMkLst>
        </pc:cxnChg>
        <pc:cxnChg chg="add mod">
          <ac:chgData name="Rick McAlister" userId="fad37fcb1da1ebec" providerId="LiveId" clId="{DDF26A53-41B2-4A06-A65C-1EEC0A85FAAA}" dt="2025-03-20T21:19:23.977" v="102" actId="14100"/>
          <ac:cxnSpMkLst>
            <pc:docMk/>
            <pc:sldMk cId="2026666887" sldId="260"/>
            <ac:cxnSpMk id="38" creationId="{AACF3D66-F56B-D80D-7C65-1B18BA453BBE}"/>
          </ac:cxnSpMkLst>
        </pc:cxnChg>
      </pc:sldChg>
      <pc:sldChg chg="addSp delSp modSp new mod">
        <pc:chgData name="Rick McAlister" userId="fad37fcb1da1ebec" providerId="LiveId" clId="{DDF26A53-41B2-4A06-A65C-1EEC0A85FAAA}" dt="2025-03-21T18:40:42.828" v="585" actId="14100"/>
        <pc:sldMkLst>
          <pc:docMk/>
          <pc:sldMk cId="1185826878" sldId="261"/>
        </pc:sldMkLst>
        <pc:spChg chg="add mod">
          <ac:chgData name="Rick McAlister" userId="fad37fcb1da1ebec" providerId="LiveId" clId="{DDF26A53-41B2-4A06-A65C-1EEC0A85FAAA}" dt="2025-03-21T18:30:48.771" v="394" actId="1076"/>
          <ac:spMkLst>
            <pc:docMk/>
            <pc:sldMk cId="1185826878" sldId="261"/>
            <ac:spMk id="2" creationId="{FCEF7B9B-2D76-C0DC-8980-338087098339}"/>
          </ac:spMkLst>
        </pc:spChg>
        <pc:spChg chg="add mod">
          <ac:chgData name="Rick McAlister" userId="fad37fcb1da1ebec" providerId="LiveId" clId="{DDF26A53-41B2-4A06-A65C-1EEC0A85FAAA}" dt="2025-03-21T18:35:51.171" v="491" actId="1076"/>
          <ac:spMkLst>
            <pc:docMk/>
            <pc:sldMk cId="1185826878" sldId="261"/>
            <ac:spMk id="5" creationId="{438463C0-1592-B24C-9E64-7BC5FFAF5762}"/>
          </ac:spMkLst>
        </pc:spChg>
        <pc:spChg chg="add mod">
          <ac:chgData name="Rick McAlister" userId="fad37fcb1da1ebec" providerId="LiveId" clId="{DDF26A53-41B2-4A06-A65C-1EEC0A85FAAA}" dt="2025-03-21T17:56:18.490" v="319" actId="1076"/>
          <ac:spMkLst>
            <pc:docMk/>
            <pc:sldMk cId="1185826878" sldId="261"/>
            <ac:spMk id="6" creationId="{28ED4F11-D645-F29A-5DB5-6454EFB6A1DA}"/>
          </ac:spMkLst>
        </pc:spChg>
        <pc:spChg chg="add mod">
          <ac:chgData name="Rick McAlister" userId="fad37fcb1da1ebec" providerId="LiveId" clId="{DDF26A53-41B2-4A06-A65C-1EEC0A85FAAA}" dt="2025-03-21T18:31:30.254" v="407" actId="1076"/>
          <ac:spMkLst>
            <pc:docMk/>
            <pc:sldMk cId="1185826878" sldId="261"/>
            <ac:spMk id="7" creationId="{47407627-256F-2723-C408-968EF24CADDF}"/>
          </ac:spMkLst>
        </pc:spChg>
        <pc:spChg chg="add mod">
          <ac:chgData name="Rick McAlister" userId="fad37fcb1da1ebec" providerId="LiveId" clId="{DDF26A53-41B2-4A06-A65C-1EEC0A85FAAA}" dt="2025-03-21T18:30:52.056" v="395" actId="1076"/>
          <ac:spMkLst>
            <pc:docMk/>
            <pc:sldMk cId="1185826878" sldId="261"/>
            <ac:spMk id="24" creationId="{CF9EDC16-64D4-B908-3F97-5EBCDDB4DAB1}"/>
          </ac:spMkLst>
        </pc:spChg>
        <pc:spChg chg="add mod">
          <ac:chgData name="Rick McAlister" userId="fad37fcb1da1ebec" providerId="LiveId" clId="{DDF26A53-41B2-4A06-A65C-1EEC0A85FAAA}" dt="2025-03-21T18:31:03.824" v="398" actId="1076"/>
          <ac:spMkLst>
            <pc:docMk/>
            <pc:sldMk cId="1185826878" sldId="261"/>
            <ac:spMk id="31" creationId="{F61136E4-AE1D-B1E0-F0F0-9DFB68EDB99A}"/>
          </ac:spMkLst>
        </pc:spChg>
        <pc:spChg chg="add mod">
          <ac:chgData name="Rick McAlister" userId="fad37fcb1da1ebec" providerId="LiveId" clId="{DDF26A53-41B2-4A06-A65C-1EEC0A85FAAA}" dt="2025-03-21T18:30:59.005" v="397" actId="1076"/>
          <ac:spMkLst>
            <pc:docMk/>
            <pc:sldMk cId="1185826878" sldId="261"/>
            <ac:spMk id="33" creationId="{EFBCE75D-87FE-7800-9503-411D53EA6C47}"/>
          </ac:spMkLst>
        </pc:spChg>
        <pc:spChg chg="add mod">
          <ac:chgData name="Rick McAlister" userId="fad37fcb1da1ebec" providerId="LiveId" clId="{DDF26A53-41B2-4A06-A65C-1EEC0A85FAAA}" dt="2025-03-21T18:35:59.237" v="493" actId="14100"/>
          <ac:spMkLst>
            <pc:docMk/>
            <pc:sldMk cId="1185826878" sldId="261"/>
            <ac:spMk id="53" creationId="{18D33147-EB2D-9117-44C8-2A021DAED4AF}"/>
          </ac:spMkLst>
        </pc:spChg>
        <pc:spChg chg="add mod">
          <ac:chgData name="Rick McAlister" userId="fad37fcb1da1ebec" providerId="LiveId" clId="{DDF26A53-41B2-4A06-A65C-1EEC0A85FAAA}" dt="2025-03-21T18:36:37.759" v="497" actId="1076"/>
          <ac:spMkLst>
            <pc:docMk/>
            <pc:sldMk cId="1185826878" sldId="261"/>
            <ac:spMk id="112" creationId="{49661122-9144-735F-8356-07116D80D7BE}"/>
          </ac:spMkLst>
        </pc:spChg>
        <pc:spChg chg="add mod">
          <ac:chgData name="Rick McAlister" userId="fad37fcb1da1ebec" providerId="LiveId" clId="{DDF26A53-41B2-4A06-A65C-1EEC0A85FAAA}" dt="2025-03-21T18:40:05.587" v="583" actId="1076"/>
          <ac:spMkLst>
            <pc:docMk/>
            <pc:sldMk cId="1185826878" sldId="261"/>
            <ac:spMk id="136" creationId="{9784F0B2-C256-A2EC-3E27-3A815179AB62}"/>
          </ac:spMkLst>
        </pc:spChg>
        <pc:spChg chg="add mod">
          <ac:chgData name="Rick McAlister" userId="fad37fcb1da1ebec" providerId="LiveId" clId="{DDF26A53-41B2-4A06-A65C-1EEC0A85FAAA}" dt="2025-03-21T18:40:38.400" v="584" actId="1076"/>
          <ac:spMkLst>
            <pc:docMk/>
            <pc:sldMk cId="1185826878" sldId="261"/>
            <ac:spMk id="137" creationId="{A6992A86-7A51-5DD6-DCE6-42CB9CF036CA}"/>
          </ac:spMkLst>
        </pc:spChg>
        <pc:cxnChg chg="add mod">
          <ac:chgData name="Rick McAlister" userId="fad37fcb1da1ebec" providerId="LiveId" clId="{DDF26A53-41B2-4A06-A65C-1EEC0A85FAAA}" dt="2025-03-21T18:35:51.171" v="491" actId="1076"/>
          <ac:cxnSpMkLst>
            <pc:docMk/>
            <pc:sldMk cId="1185826878" sldId="261"/>
            <ac:cxnSpMk id="4" creationId="{7EEC33B5-C88D-94A9-62E3-D3A81827ECAD}"/>
          </ac:cxnSpMkLst>
        </pc:cxnChg>
        <pc:cxnChg chg="add mod">
          <ac:chgData name="Rick McAlister" userId="fad37fcb1da1ebec" providerId="LiveId" clId="{DDF26A53-41B2-4A06-A65C-1EEC0A85FAAA}" dt="2025-03-21T18:30:48.771" v="394" actId="1076"/>
          <ac:cxnSpMkLst>
            <pc:docMk/>
            <pc:sldMk cId="1185826878" sldId="261"/>
            <ac:cxnSpMk id="12" creationId="{A5DB4EDE-FEBD-E6E1-A4DE-F0A3412239D2}"/>
          </ac:cxnSpMkLst>
        </pc:cxnChg>
        <pc:cxnChg chg="add mod">
          <ac:chgData name="Rick McAlister" userId="fad37fcb1da1ebec" providerId="LiveId" clId="{DDF26A53-41B2-4A06-A65C-1EEC0A85FAAA}" dt="2025-03-21T18:30:52.056" v="395" actId="1076"/>
          <ac:cxnSpMkLst>
            <pc:docMk/>
            <pc:sldMk cId="1185826878" sldId="261"/>
            <ac:cxnSpMk id="15" creationId="{D4A6FF8E-EEC6-07E4-0BCA-1CE847FC1A79}"/>
          </ac:cxnSpMkLst>
        </pc:cxnChg>
        <pc:cxnChg chg="add mod">
          <ac:chgData name="Rick McAlister" userId="fad37fcb1da1ebec" providerId="LiveId" clId="{DDF26A53-41B2-4A06-A65C-1EEC0A85FAAA}" dt="2025-03-21T18:31:30.254" v="407" actId="1076"/>
          <ac:cxnSpMkLst>
            <pc:docMk/>
            <pc:sldMk cId="1185826878" sldId="261"/>
            <ac:cxnSpMk id="32" creationId="{D5BF2111-55D1-844D-7F06-C60C1B425685}"/>
          </ac:cxnSpMkLst>
        </pc:cxnChg>
        <pc:cxnChg chg="add mod">
          <ac:chgData name="Rick McAlister" userId="fad37fcb1da1ebec" providerId="LiveId" clId="{DDF26A53-41B2-4A06-A65C-1EEC0A85FAAA}" dt="2025-03-21T18:37:00.140" v="499" actId="14100"/>
          <ac:cxnSpMkLst>
            <pc:docMk/>
            <pc:sldMk cId="1185826878" sldId="261"/>
            <ac:cxnSpMk id="35" creationId="{01E23D62-445B-2EC3-BB1A-A753B41E7ABA}"/>
          </ac:cxnSpMkLst>
        </pc:cxnChg>
        <pc:cxnChg chg="add mod">
          <ac:chgData name="Rick McAlister" userId="fad37fcb1da1ebec" providerId="LiveId" clId="{DDF26A53-41B2-4A06-A65C-1EEC0A85FAAA}" dt="2025-03-21T18:35:59.237" v="493" actId="14100"/>
          <ac:cxnSpMkLst>
            <pc:docMk/>
            <pc:sldMk cId="1185826878" sldId="261"/>
            <ac:cxnSpMk id="52" creationId="{C49FA499-D8B7-D0D2-DECF-B2A74D2A11CC}"/>
          </ac:cxnSpMkLst>
        </pc:cxnChg>
        <pc:cxnChg chg="add mod">
          <ac:chgData name="Rick McAlister" userId="fad37fcb1da1ebec" providerId="LiveId" clId="{DDF26A53-41B2-4A06-A65C-1EEC0A85FAAA}" dt="2025-03-21T18:36:37.759" v="497" actId="1076"/>
          <ac:cxnSpMkLst>
            <pc:docMk/>
            <pc:sldMk cId="1185826878" sldId="261"/>
            <ac:cxnSpMk id="114" creationId="{E7DB3EBF-7234-F0D5-7AC7-04C19953F17F}"/>
          </ac:cxnSpMkLst>
        </pc:cxnChg>
        <pc:cxnChg chg="add mod">
          <ac:chgData name="Rick McAlister" userId="fad37fcb1da1ebec" providerId="LiveId" clId="{DDF26A53-41B2-4A06-A65C-1EEC0A85FAAA}" dt="2025-03-21T18:40:42.828" v="585" actId="14100"/>
          <ac:cxnSpMkLst>
            <pc:docMk/>
            <pc:sldMk cId="1185826878" sldId="261"/>
            <ac:cxnSpMk id="139" creationId="{DEC09BA8-5F67-8AA8-2312-130D875C1221}"/>
          </ac:cxnSpMkLst>
        </pc:cxnChg>
        <pc:cxnChg chg="add mod">
          <ac:chgData name="Rick McAlister" userId="fad37fcb1da1ebec" providerId="LiveId" clId="{DDF26A53-41B2-4A06-A65C-1EEC0A85FAAA}" dt="2025-03-21T18:40:38.400" v="584" actId="1076"/>
          <ac:cxnSpMkLst>
            <pc:docMk/>
            <pc:sldMk cId="1185826878" sldId="261"/>
            <ac:cxnSpMk id="142" creationId="{04BEC4B3-A968-7D98-9B7C-FD346F088785}"/>
          </ac:cxnSpMkLst>
        </pc:cxnChg>
      </pc:sldChg>
    </pc:docChg>
  </pc:docChgLst>
  <pc:docChgLst>
    <pc:chgData name="Rick McAlister" userId="fad37fcb1da1ebec" providerId="LiveId" clId="{679ED340-3CF1-46F2-950C-83D016EBF740}"/>
    <pc:docChg chg="undo redo custSel addSld modSld sldOrd">
      <pc:chgData name="Rick McAlister" userId="fad37fcb1da1ebec" providerId="LiveId" clId="{679ED340-3CF1-46F2-950C-83D016EBF740}" dt="2025-02-11T20:46:55.512" v="3416" actId="1035"/>
      <pc:docMkLst>
        <pc:docMk/>
      </pc:docMkLst>
      <pc:sldChg chg="addSp delSp modSp mod">
        <pc:chgData name="Rick McAlister" userId="fad37fcb1da1ebec" providerId="LiveId" clId="{679ED340-3CF1-46F2-950C-83D016EBF740}" dt="2025-02-03T02:41:11.623" v="2004" actId="693"/>
        <pc:sldMkLst>
          <pc:docMk/>
          <pc:sldMk cId="1874091976" sldId="256"/>
        </pc:sldMkLst>
        <pc:spChg chg="add mod">
          <ac:chgData name="Rick McAlister" userId="fad37fcb1da1ebec" providerId="LiveId" clId="{679ED340-3CF1-46F2-950C-83D016EBF740}" dt="2025-02-02T18:21:18.187" v="1570" actId="1076"/>
          <ac:spMkLst>
            <pc:docMk/>
            <pc:sldMk cId="1874091976" sldId="256"/>
            <ac:spMk id="2" creationId="{B402F2E1-2690-8FFD-5737-E313A96BAE2B}"/>
          </ac:spMkLst>
        </pc:spChg>
        <pc:spChg chg="add mod">
          <ac:chgData name="Rick McAlister" userId="fad37fcb1da1ebec" providerId="LiveId" clId="{679ED340-3CF1-46F2-950C-83D016EBF740}" dt="2025-02-02T18:51:31.110" v="1828" actId="1076"/>
          <ac:spMkLst>
            <pc:docMk/>
            <pc:sldMk cId="1874091976" sldId="256"/>
            <ac:spMk id="3" creationId="{9FEEA414-CC71-B4C6-014D-DF0A60E260E3}"/>
          </ac:spMkLst>
        </pc:spChg>
        <pc:spChg chg="add 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4" creationId="{2EFC00D0-0607-3CE7-7D73-F1A876FDE4E6}"/>
          </ac:spMkLst>
        </pc:spChg>
        <pc:spChg chg="mod topLvl">
          <ac:chgData name="Rick McAlister" userId="fad37fcb1da1ebec" providerId="LiveId" clId="{679ED340-3CF1-46F2-950C-83D016EBF740}" dt="2025-02-02T18:19:14.380" v="1557" actId="120"/>
          <ac:spMkLst>
            <pc:docMk/>
            <pc:sldMk cId="1874091976" sldId="256"/>
            <ac:spMk id="5" creationId="{33760137-1648-990C-A5C6-874AD49D4E78}"/>
          </ac:spMkLst>
        </pc:spChg>
        <pc:spChg chg="add mod">
          <ac:chgData name="Rick McAlister" userId="fad37fcb1da1ebec" providerId="LiveId" clId="{679ED340-3CF1-46F2-950C-83D016EBF740}" dt="2025-02-03T02:38:30.865" v="1986" actId="1076"/>
          <ac:spMkLst>
            <pc:docMk/>
            <pc:sldMk cId="1874091976" sldId="256"/>
            <ac:spMk id="6" creationId="{78EF4E05-AEF4-E32F-DD09-291ADC263771}"/>
          </ac:spMkLst>
        </pc:spChg>
        <pc:spChg chg="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7" creationId="{081A4956-AEE6-2592-E0D5-C12D08A5C53F}"/>
          </ac:spMkLst>
        </pc:spChg>
        <pc:spChg chg="mod">
          <ac:chgData name="Rick McAlister" userId="fad37fcb1da1ebec" providerId="LiveId" clId="{679ED340-3CF1-46F2-950C-83D016EBF740}" dt="2025-02-02T18:51:31.110" v="1828" actId="1076"/>
          <ac:spMkLst>
            <pc:docMk/>
            <pc:sldMk cId="1874091976" sldId="256"/>
            <ac:spMk id="8" creationId="{265711B6-6D9F-43C1-D100-34F22F140676}"/>
          </ac:spMkLst>
        </pc:spChg>
        <pc:spChg chg="mod">
          <ac:chgData name="Rick McAlister" userId="fad37fcb1da1ebec" providerId="LiveId" clId="{679ED340-3CF1-46F2-950C-83D016EBF740}" dt="2025-02-02T18:50:25.896" v="1810" actId="1036"/>
          <ac:spMkLst>
            <pc:docMk/>
            <pc:sldMk cId="1874091976" sldId="256"/>
            <ac:spMk id="9" creationId="{9E62D4D9-7A59-0125-83A4-C15C2F70D65C}"/>
          </ac:spMkLst>
        </pc:spChg>
        <pc:spChg chg="mod">
          <ac:chgData name="Rick McAlister" userId="fad37fcb1da1ebec" providerId="LiveId" clId="{679ED340-3CF1-46F2-950C-83D016EBF740}" dt="2025-02-02T18:50:25.896" v="1810" actId="1036"/>
          <ac:spMkLst>
            <pc:docMk/>
            <pc:sldMk cId="1874091976" sldId="256"/>
            <ac:spMk id="10" creationId="{149EF228-147E-0BBF-514D-61C5140BEA27}"/>
          </ac:spMkLst>
        </pc:spChg>
        <pc:spChg chg="add mod">
          <ac:chgData name="Rick McAlister" userId="fad37fcb1da1ebec" providerId="LiveId" clId="{679ED340-3CF1-46F2-950C-83D016EBF740}" dt="2025-02-02T18:21:18.187" v="1570" actId="1076"/>
          <ac:spMkLst>
            <pc:docMk/>
            <pc:sldMk cId="1874091976" sldId="256"/>
            <ac:spMk id="11" creationId="{A367FAE3-8587-B394-4112-E77769ACBA99}"/>
          </ac:spMkLst>
        </pc:spChg>
        <pc:spChg chg="mod topLvl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12" creationId="{63B75547-FB19-DBAD-9997-9F66C3B59E40}"/>
          </ac:spMkLst>
        </pc:spChg>
        <pc:spChg chg="mod">
          <ac:chgData name="Rick McAlister" userId="fad37fcb1da1ebec" providerId="LiveId" clId="{679ED340-3CF1-46F2-950C-83D016EBF740}" dt="2025-02-02T18:51:31.110" v="1828" actId="1076"/>
          <ac:spMkLst>
            <pc:docMk/>
            <pc:sldMk cId="1874091976" sldId="256"/>
            <ac:spMk id="13" creationId="{9E0C0A27-1C9F-9F3D-5800-2E45E1D6F493}"/>
          </ac:spMkLst>
        </pc:spChg>
        <pc:spChg chg="add mod">
          <ac:chgData name="Rick McAlister" userId="fad37fcb1da1ebec" providerId="LiveId" clId="{679ED340-3CF1-46F2-950C-83D016EBF740}" dt="2025-02-02T18:21:18.187" v="1570" actId="1076"/>
          <ac:spMkLst>
            <pc:docMk/>
            <pc:sldMk cId="1874091976" sldId="256"/>
            <ac:spMk id="14" creationId="{8D20E1C0-5093-18E1-DFB6-7769646C8574}"/>
          </ac:spMkLst>
        </pc:spChg>
        <pc:spChg chg="add 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15" creationId="{A90713D2-7AA9-288C-20B9-EE78A9FD8E35}"/>
          </ac:spMkLst>
        </pc:spChg>
        <pc:spChg chg="add mod">
          <ac:chgData name="Rick McAlister" userId="fad37fcb1da1ebec" providerId="LiveId" clId="{679ED340-3CF1-46F2-950C-83D016EBF740}" dt="2025-02-02T18:34:00.917" v="1705" actId="207"/>
          <ac:spMkLst>
            <pc:docMk/>
            <pc:sldMk cId="1874091976" sldId="256"/>
            <ac:spMk id="16" creationId="{FA8DFA9B-858C-F368-D6FC-EC8A19185685}"/>
          </ac:spMkLst>
        </pc:spChg>
        <pc:spChg chg="add mod">
          <ac:chgData name="Rick McAlister" userId="fad37fcb1da1ebec" providerId="LiveId" clId="{679ED340-3CF1-46F2-950C-83D016EBF740}" dt="2025-02-02T18:51:31.110" v="1828" actId="1076"/>
          <ac:spMkLst>
            <pc:docMk/>
            <pc:sldMk cId="1874091976" sldId="256"/>
            <ac:spMk id="17" creationId="{75F220E1-9B1A-AFC3-6E8B-1113E5797C1C}"/>
          </ac:spMkLst>
        </pc:spChg>
        <pc:spChg chg="mod topLvl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20" creationId="{7C1DC6DE-471E-B027-478A-ADBD13079F5F}"/>
          </ac:spMkLst>
        </pc:spChg>
        <pc:spChg chg="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21" creationId="{A13E532C-3916-9585-41A9-48CE56E92E56}"/>
          </ac:spMkLst>
        </pc:spChg>
        <pc:spChg chg="mod">
          <ac:chgData name="Rick McAlister" userId="fad37fcb1da1ebec" providerId="LiveId" clId="{679ED340-3CF1-46F2-950C-83D016EBF740}" dt="2025-02-01T17:07:42.348" v="244" actId="6549"/>
          <ac:spMkLst>
            <pc:docMk/>
            <pc:sldMk cId="1874091976" sldId="256"/>
            <ac:spMk id="22" creationId="{1071A3CE-DA10-A7F7-CD13-FA430F61247E}"/>
          </ac:spMkLst>
        </pc:spChg>
        <pc:spChg chg="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23" creationId="{CB0B75DB-E89B-46B9-5DCA-905E759CDCD9}"/>
          </ac:spMkLst>
        </pc:spChg>
        <pc:spChg chg="mod">
          <ac:chgData name="Rick McAlister" userId="fad37fcb1da1ebec" providerId="LiveId" clId="{679ED340-3CF1-46F2-950C-83D016EBF740}" dt="2025-02-03T02:40:14.673" v="2003" actId="14100"/>
          <ac:spMkLst>
            <pc:docMk/>
            <pc:sldMk cId="1874091976" sldId="256"/>
            <ac:spMk id="26" creationId="{EF0A3EAC-DA46-17D5-449E-9620DBB5573E}"/>
          </ac:spMkLst>
        </pc:spChg>
        <pc:spChg chg="mod">
          <ac:chgData name="Rick McAlister" userId="fad37fcb1da1ebec" providerId="LiveId" clId="{679ED340-3CF1-46F2-950C-83D016EBF740}" dt="2025-02-02T18:34:49.430" v="1709" actId="1035"/>
          <ac:spMkLst>
            <pc:docMk/>
            <pc:sldMk cId="1874091976" sldId="256"/>
            <ac:spMk id="29" creationId="{5A7009BD-AC19-AB56-BF1C-E9985F774ABF}"/>
          </ac:spMkLst>
        </pc:spChg>
        <pc:spChg chg="mod topLvl">
          <ac:chgData name="Rick McAlister" userId="fad37fcb1da1ebec" providerId="LiveId" clId="{679ED340-3CF1-46F2-950C-83D016EBF740}" dt="2025-02-03T02:41:11.623" v="2004" actId="693"/>
          <ac:spMkLst>
            <pc:docMk/>
            <pc:sldMk cId="1874091976" sldId="256"/>
            <ac:spMk id="30" creationId="{25B52C9F-181C-507D-C213-8C3358C5448F}"/>
          </ac:spMkLst>
        </pc:spChg>
        <pc:spChg chg="mod topLvl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31" creationId="{6DB23320-675E-E340-62B6-DBC94B5A029A}"/>
          </ac:spMkLst>
        </pc:spChg>
        <pc:spChg chg="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45" creationId="{156D7B77-0B57-2877-41F1-8925825DAE5B}"/>
          </ac:spMkLst>
        </pc:spChg>
        <pc:spChg chg="add del mod topLvl">
          <ac:chgData name="Rick McAlister" userId="fad37fcb1da1ebec" providerId="LiveId" clId="{679ED340-3CF1-46F2-950C-83D016EBF740}" dt="2025-02-02T18:50:58.356" v="1822" actId="20577"/>
          <ac:spMkLst>
            <pc:docMk/>
            <pc:sldMk cId="1874091976" sldId="256"/>
            <ac:spMk id="46" creationId="{DAB0642E-C7CB-FB71-EE6C-E0385C936BD2}"/>
          </ac:spMkLst>
        </pc:spChg>
        <pc:spChg chg="add mod">
          <ac:chgData name="Rick McAlister" userId="fad37fcb1da1ebec" providerId="LiveId" clId="{679ED340-3CF1-46F2-950C-83D016EBF740}" dt="2025-02-03T02:39:34.643" v="1995" actId="242"/>
          <ac:spMkLst>
            <pc:docMk/>
            <pc:sldMk cId="1874091976" sldId="256"/>
            <ac:spMk id="49" creationId="{C67EBDEC-3E5B-FE48-6FCD-FFB1136827E0}"/>
          </ac:spMkLst>
        </pc:spChg>
        <pc:spChg chg="add mod">
          <ac:chgData name="Rick McAlister" userId="fad37fcb1da1ebec" providerId="LiveId" clId="{679ED340-3CF1-46F2-950C-83D016EBF740}" dt="2025-02-02T18:26:53.678" v="1622" actId="1076"/>
          <ac:spMkLst>
            <pc:docMk/>
            <pc:sldMk cId="1874091976" sldId="256"/>
            <ac:spMk id="51" creationId="{FD4F5EDD-6120-4157-29A2-5FDB7D88183A}"/>
          </ac:spMkLst>
        </pc:spChg>
        <pc:spChg chg="add mod">
          <ac:chgData name="Rick McAlister" userId="fad37fcb1da1ebec" providerId="LiveId" clId="{679ED340-3CF1-46F2-950C-83D016EBF740}" dt="2025-02-02T18:26:53.678" v="1622" actId="1076"/>
          <ac:spMkLst>
            <pc:docMk/>
            <pc:sldMk cId="1874091976" sldId="256"/>
            <ac:spMk id="52" creationId="{96D6DE48-699E-836C-9B40-CBF28F2689F8}"/>
          </ac:spMkLst>
        </pc:spChg>
        <pc:spChg chg="add mod">
          <ac:chgData name="Rick McAlister" userId="fad37fcb1da1ebec" providerId="LiveId" clId="{679ED340-3CF1-46F2-950C-83D016EBF740}" dt="2025-02-02T18:26:53.678" v="1622" actId="1076"/>
          <ac:spMkLst>
            <pc:docMk/>
            <pc:sldMk cId="1874091976" sldId="256"/>
            <ac:spMk id="54" creationId="{A69D776B-0AC5-60B7-CA13-AE5831421560}"/>
          </ac:spMkLst>
        </pc:spChg>
        <pc:spChg chg="add mod">
          <ac:chgData name="Rick McAlister" userId="fad37fcb1da1ebec" providerId="LiveId" clId="{679ED340-3CF1-46F2-950C-83D016EBF740}" dt="2025-02-03T02:38:43.432" v="1987" actId="1076"/>
          <ac:spMkLst>
            <pc:docMk/>
            <pc:sldMk cId="1874091976" sldId="256"/>
            <ac:spMk id="55" creationId="{5187CC08-4341-FEA5-2C99-B354612EF521}"/>
          </ac:spMkLst>
        </pc:spChg>
        <pc:grpChg chg="mod">
          <ac:chgData name="Rick McAlister" userId="fad37fcb1da1ebec" providerId="LiveId" clId="{679ED340-3CF1-46F2-950C-83D016EBF740}" dt="2025-02-02T18:50:25.896" v="1810" actId="1036"/>
          <ac:grpSpMkLst>
            <pc:docMk/>
            <pc:sldMk cId="1874091976" sldId="256"/>
            <ac:grpSpMk id="38" creationId="{335F4615-E947-2AE7-425E-442DEA31671F}"/>
          </ac:grpSpMkLst>
        </pc:grpChg>
        <pc:grpChg chg="mod">
          <ac:chgData name="Rick McAlister" userId="fad37fcb1da1ebec" providerId="LiveId" clId="{679ED340-3CF1-46F2-950C-83D016EBF740}" dt="2025-02-02T18:50:25.896" v="1810" actId="1036"/>
          <ac:grpSpMkLst>
            <pc:docMk/>
            <pc:sldMk cId="1874091976" sldId="256"/>
            <ac:grpSpMk id="39" creationId="{7F319582-420F-1770-CD5A-CDC150682E84}"/>
          </ac:grpSpMkLst>
        </pc:grpChg>
        <pc:grpChg chg="mod">
          <ac:chgData name="Rick McAlister" userId="fad37fcb1da1ebec" providerId="LiveId" clId="{679ED340-3CF1-46F2-950C-83D016EBF740}" dt="2025-02-02T18:50:25.896" v="1810" actId="1036"/>
          <ac:grpSpMkLst>
            <pc:docMk/>
            <pc:sldMk cId="1874091976" sldId="256"/>
            <ac:grpSpMk id="42" creationId="{824FC9EB-2D68-6EE8-C380-E77F81CDEBA5}"/>
          </ac:grpSpMkLst>
        </pc:grpChg>
        <pc:picChg chg="add mod ord">
          <ac:chgData name="Rick McAlister" userId="fad37fcb1da1ebec" providerId="LiveId" clId="{679ED340-3CF1-46F2-950C-83D016EBF740}" dt="2025-02-02T18:03:00.501" v="1397" actId="166"/>
          <ac:picMkLst>
            <pc:docMk/>
            <pc:sldMk cId="1874091976" sldId="256"/>
            <ac:picMk id="48" creationId="{69A7A893-BE81-C296-B86B-19EEAFF353B4}"/>
          </ac:picMkLst>
        </pc:picChg>
      </pc:sldChg>
      <pc:sldChg chg="addSp delSp modSp mod">
        <pc:chgData name="Rick McAlister" userId="fad37fcb1da1ebec" providerId="LiveId" clId="{679ED340-3CF1-46F2-950C-83D016EBF740}" dt="2025-02-03T02:55:44.260" v="2202" actId="693"/>
        <pc:sldMkLst>
          <pc:docMk/>
          <pc:sldMk cId="2406590852" sldId="257"/>
        </pc:sldMkLst>
        <pc:spChg chg="mod">
          <ac:chgData name="Rick McAlister" userId="fad37fcb1da1ebec" providerId="LiveId" clId="{679ED340-3CF1-46F2-950C-83D016EBF740}" dt="2025-02-02T18:40:05.132" v="1738" actId="14100"/>
          <ac:spMkLst>
            <pc:docMk/>
            <pc:sldMk cId="2406590852" sldId="257"/>
            <ac:spMk id="2" creationId="{DC971E8C-5F21-FE7C-1FE3-C3CF1F29D078}"/>
          </ac:spMkLst>
        </pc:spChg>
        <pc:spChg chg="mod ord">
          <ac:chgData name="Rick McAlister" userId="fad37fcb1da1ebec" providerId="LiveId" clId="{679ED340-3CF1-46F2-950C-83D016EBF740}" dt="2025-02-03T02:44:59.560" v="2029" actId="20577"/>
          <ac:spMkLst>
            <pc:docMk/>
            <pc:sldMk cId="2406590852" sldId="257"/>
            <ac:spMk id="3" creationId="{C528C364-74A4-0921-09AD-47D8C5E2F824}"/>
          </ac:spMkLst>
        </pc:spChg>
        <pc:spChg chg="add mod">
          <ac:chgData name="Rick McAlister" userId="fad37fcb1da1ebec" providerId="LiveId" clId="{679ED340-3CF1-46F2-950C-83D016EBF740}" dt="2025-02-02T18:14:39.148" v="1504" actId="1037"/>
          <ac:spMkLst>
            <pc:docMk/>
            <pc:sldMk cId="2406590852" sldId="257"/>
            <ac:spMk id="4" creationId="{E624E62C-4E64-B78F-BDA4-58DB3B530F49}"/>
          </ac:spMkLst>
        </pc:spChg>
        <pc:spChg chg="mod">
          <ac:chgData name="Rick McAlister" userId="fad37fcb1da1ebec" providerId="LiveId" clId="{679ED340-3CF1-46F2-950C-83D016EBF740}" dt="2025-02-02T18:14:53.396" v="1506" actId="14100"/>
          <ac:spMkLst>
            <pc:docMk/>
            <pc:sldMk cId="2406590852" sldId="257"/>
            <ac:spMk id="5" creationId="{D1473866-D1D6-AB4B-6C39-90BD229A832A}"/>
          </ac:spMkLst>
        </pc:spChg>
        <pc:spChg chg="mod topLvl">
          <ac:chgData name="Rick McAlister" userId="fad37fcb1da1ebec" providerId="LiveId" clId="{679ED340-3CF1-46F2-950C-83D016EBF740}" dt="2025-02-01T19:53:28.838" v="890" actId="554"/>
          <ac:spMkLst>
            <pc:docMk/>
            <pc:sldMk cId="2406590852" sldId="257"/>
            <ac:spMk id="6" creationId="{A183CC96-0933-A767-8EE4-22D62D15A0B7}"/>
          </ac:spMkLst>
        </pc:spChg>
        <pc:spChg chg="mod">
          <ac:chgData name="Rick McAlister" userId="fad37fcb1da1ebec" providerId="LiveId" clId="{679ED340-3CF1-46F2-950C-83D016EBF740}" dt="2025-02-01T19:54:31.592" v="907" actId="20577"/>
          <ac:spMkLst>
            <pc:docMk/>
            <pc:sldMk cId="2406590852" sldId="257"/>
            <ac:spMk id="7" creationId="{00144CCB-0C27-1451-4D64-FE3888ABD67A}"/>
          </ac:spMkLst>
        </pc:spChg>
        <pc:spChg chg="mod topLvl">
          <ac:chgData name="Rick McAlister" userId="fad37fcb1da1ebec" providerId="LiveId" clId="{679ED340-3CF1-46F2-950C-83D016EBF740}" dt="2025-02-01T19:54:21.340" v="900" actId="20577"/>
          <ac:spMkLst>
            <pc:docMk/>
            <pc:sldMk cId="2406590852" sldId="257"/>
            <ac:spMk id="8" creationId="{7D6F7B60-8F72-BDB9-F10C-B3E98BFE070B}"/>
          </ac:spMkLst>
        </pc:spChg>
        <pc:spChg chg="mod">
          <ac:chgData name="Rick McAlister" userId="fad37fcb1da1ebec" providerId="LiveId" clId="{679ED340-3CF1-46F2-950C-83D016EBF740}" dt="2025-02-01T18:08:13.297" v="662" actId="14100"/>
          <ac:spMkLst>
            <pc:docMk/>
            <pc:sldMk cId="2406590852" sldId="257"/>
            <ac:spMk id="9" creationId="{EC5208C6-F27B-70C4-EAAF-058A7EC94C9F}"/>
          </ac:spMkLst>
        </pc:spChg>
        <pc:spChg chg="mod">
          <ac:chgData name="Rick McAlister" userId="fad37fcb1da1ebec" providerId="LiveId" clId="{679ED340-3CF1-46F2-950C-83D016EBF740}" dt="2025-02-01T18:10:59.438" v="690" actId="1076"/>
          <ac:spMkLst>
            <pc:docMk/>
            <pc:sldMk cId="2406590852" sldId="257"/>
            <ac:spMk id="10" creationId="{D8A0CA40-B753-6509-33CB-0B8E90F888D3}"/>
          </ac:spMkLst>
        </pc:spChg>
        <pc:spChg chg="add 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11" creationId="{452E2035-C50F-076D-2C28-907A7F33ADC2}"/>
          </ac:spMkLst>
        </pc:spChg>
        <pc:spChg chg="mod topLvl">
          <ac:chgData name="Rick McAlister" userId="fad37fcb1da1ebec" providerId="LiveId" clId="{679ED340-3CF1-46F2-950C-83D016EBF740}" dt="2025-02-02T18:14:39.148" v="1504" actId="1037"/>
          <ac:spMkLst>
            <pc:docMk/>
            <pc:sldMk cId="2406590852" sldId="257"/>
            <ac:spMk id="12" creationId="{41E95DA9-D66C-EC89-DE51-3BB23F8C8431}"/>
          </ac:spMkLst>
        </pc:spChg>
        <pc:spChg chg="mod">
          <ac:chgData name="Rick McAlister" userId="fad37fcb1da1ebec" providerId="LiveId" clId="{679ED340-3CF1-46F2-950C-83D016EBF740}" dt="2025-02-01T17:12:05.862" v="300" actId="1076"/>
          <ac:spMkLst>
            <pc:docMk/>
            <pc:sldMk cId="2406590852" sldId="257"/>
            <ac:spMk id="13" creationId="{13D62522-4E9E-3116-D49A-203B30F2B818}"/>
          </ac:spMkLst>
        </pc:spChg>
        <pc:spChg chg="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14" creationId="{1B32BF91-C93B-4E87-BA27-36DB6574102B}"/>
          </ac:spMkLst>
        </pc:spChg>
        <pc:spChg chg="mod topLvl">
          <ac:chgData name="Rick McAlister" userId="fad37fcb1da1ebec" providerId="LiveId" clId="{679ED340-3CF1-46F2-950C-83D016EBF740}" dt="2025-02-01T18:08:24.986" v="665" actId="14100"/>
          <ac:spMkLst>
            <pc:docMk/>
            <pc:sldMk cId="2406590852" sldId="257"/>
            <ac:spMk id="16" creationId="{A77589DE-0946-102C-C0A0-7B65B1035014}"/>
          </ac:spMkLst>
        </pc:spChg>
        <pc:spChg chg="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19" creationId="{086D7B0D-5109-57FC-BE8E-BF892EF82E10}"/>
          </ac:spMkLst>
        </pc:spChg>
        <pc:spChg chg="mod">
          <ac:chgData name="Rick McAlister" userId="fad37fcb1da1ebec" providerId="LiveId" clId="{679ED340-3CF1-46F2-950C-83D016EBF740}" dt="2025-02-02T18:56:21.747" v="1906" actId="1038"/>
          <ac:spMkLst>
            <pc:docMk/>
            <pc:sldMk cId="2406590852" sldId="257"/>
            <ac:spMk id="20" creationId="{DF873A8D-534C-19D6-6C52-6B96A4E587FB}"/>
          </ac:spMkLst>
        </pc:spChg>
        <pc:spChg chg="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21" creationId="{FF175FC1-3C5B-7B32-BCBA-20471C902AD7}"/>
          </ac:spMkLst>
        </pc:spChg>
        <pc:spChg chg="mod topLvl">
          <ac:chgData name="Rick McAlister" userId="fad37fcb1da1ebec" providerId="LiveId" clId="{679ED340-3CF1-46F2-950C-83D016EBF740}" dt="2025-02-02T18:15:02.186" v="1508" actId="14100"/>
          <ac:spMkLst>
            <pc:docMk/>
            <pc:sldMk cId="2406590852" sldId="257"/>
            <ac:spMk id="22" creationId="{861C38D9-810A-F2BB-EC10-DA50843201A8}"/>
          </ac:spMkLst>
        </pc:spChg>
        <pc:spChg chg="mod topLvl">
          <ac:chgData name="Rick McAlister" userId="fad37fcb1da1ebec" providerId="LiveId" clId="{679ED340-3CF1-46F2-950C-83D016EBF740}" dt="2025-02-02T18:14:49.802" v="1505" actId="14100"/>
          <ac:spMkLst>
            <pc:docMk/>
            <pc:sldMk cId="2406590852" sldId="257"/>
            <ac:spMk id="23" creationId="{97BEE1E4-CDD2-EEC1-8524-A7C9D792758C}"/>
          </ac:spMkLst>
        </pc:spChg>
        <pc:spChg chg="mod">
          <ac:chgData name="Rick McAlister" userId="fad37fcb1da1ebec" providerId="LiveId" clId="{679ED340-3CF1-46F2-950C-83D016EBF740}" dt="2025-02-03T02:44:33.060" v="2028" actId="14100"/>
          <ac:spMkLst>
            <pc:docMk/>
            <pc:sldMk cId="2406590852" sldId="257"/>
            <ac:spMk id="25" creationId="{B66FE0AE-FF6C-7BBA-13DD-C2E84E27098B}"/>
          </ac:spMkLst>
        </pc:spChg>
        <pc:spChg chg="add mod">
          <ac:chgData name="Rick McAlister" userId="fad37fcb1da1ebec" providerId="LiveId" clId="{679ED340-3CF1-46F2-950C-83D016EBF740}" dt="2025-02-03T02:42:09.427" v="2007" actId="693"/>
          <ac:spMkLst>
            <pc:docMk/>
            <pc:sldMk cId="2406590852" sldId="257"/>
            <ac:spMk id="27" creationId="{DAFBF94B-B8D7-2837-58B4-97CB5187FC12}"/>
          </ac:spMkLst>
        </pc:spChg>
        <pc:spChg chg="mod topLvl">
          <ac:chgData name="Rick McAlister" userId="fad37fcb1da1ebec" providerId="LiveId" clId="{679ED340-3CF1-46F2-950C-83D016EBF740}" dt="2025-02-03T02:37:56.558" v="1982" actId="14100"/>
          <ac:spMkLst>
            <pc:docMk/>
            <pc:sldMk cId="2406590852" sldId="257"/>
            <ac:spMk id="28" creationId="{B5A19FEB-06CF-7A89-E838-B6726DBB0D37}"/>
          </ac:spMkLst>
        </pc:spChg>
        <pc:spChg chg="mod">
          <ac:chgData name="Rick McAlister" userId="fad37fcb1da1ebec" providerId="LiveId" clId="{679ED340-3CF1-46F2-950C-83D016EBF740}" dt="2025-02-02T18:14:49.802" v="1505" actId="14100"/>
          <ac:spMkLst>
            <pc:docMk/>
            <pc:sldMk cId="2406590852" sldId="257"/>
            <ac:spMk id="29" creationId="{AF1169F1-E5DB-D77F-2FB1-0785DD18D6A2}"/>
          </ac:spMkLst>
        </pc:spChg>
        <pc:spChg chg="add mod ord">
          <ac:chgData name="Rick McAlister" userId="fad37fcb1da1ebec" providerId="LiveId" clId="{679ED340-3CF1-46F2-950C-83D016EBF740}" dt="2025-02-03T02:38:09.932" v="1984" actId="14100"/>
          <ac:spMkLst>
            <pc:docMk/>
            <pc:sldMk cId="2406590852" sldId="257"/>
            <ac:spMk id="30" creationId="{01419811-8092-D9B0-DD37-EEABBA205D93}"/>
          </ac:spMkLst>
        </pc:spChg>
        <pc:spChg chg="add mod">
          <ac:chgData name="Rick McAlister" userId="fad37fcb1da1ebec" providerId="LiveId" clId="{679ED340-3CF1-46F2-950C-83D016EBF740}" dt="2025-02-03T02:55:44.260" v="2202" actId="693"/>
          <ac:spMkLst>
            <pc:docMk/>
            <pc:sldMk cId="2406590852" sldId="257"/>
            <ac:spMk id="31" creationId="{DFBB0970-417A-352D-975F-ABB679DB8C17}"/>
          </ac:spMkLst>
        </pc:spChg>
        <pc:spChg chg="add mod">
          <ac:chgData name="Rick McAlister" userId="fad37fcb1da1ebec" providerId="LiveId" clId="{679ED340-3CF1-46F2-950C-83D016EBF740}" dt="2025-02-02T18:56:21.747" v="1906" actId="1038"/>
          <ac:spMkLst>
            <pc:docMk/>
            <pc:sldMk cId="2406590852" sldId="257"/>
            <ac:spMk id="32" creationId="{5CCBB207-4A8C-D413-9921-0009B9DB1BB9}"/>
          </ac:spMkLst>
        </pc:spChg>
        <pc:spChg chg="add mod ord">
          <ac:chgData name="Rick McAlister" userId="fad37fcb1da1ebec" providerId="LiveId" clId="{679ED340-3CF1-46F2-950C-83D016EBF740}" dt="2025-02-03T02:51:52.196" v="2173" actId="242"/>
          <ac:spMkLst>
            <pc:docMk/>
            <pc:sldMk cId="2406590852" sldId="257"/>
            <ac:spMk id="33" creationId="{89AA4D37-F85C-51B2-F6FE-043609A78975}"/>
          </ac:spMkLst>
        </pc:spChg>
        <pc:spChg chg="add mod">
          <ac:chgData name="Rick McAlister" userId="fad37fcb1da1ebec" providerId="LiveId" clId="{679ED340-3CF1-46F2-950C-83D016EBF740}" dt="2025-02-03T02:54:48.085" v="2201" actId="20577"/>
          <ac:spMkLst>
            <pc:docMk/>
            <pc:sldMk cId="2406590852" sldId="257"/>
            <ac:spMk id="34" creationId="{0D7F8C0E-8483-D61F-EC2F-04BEAAF4B563}"/>
          </ac:spMkLst>
        </pc:spChg>
        <pc:spChg chg="add mod">
          <ac:chgData name="Rick McAlister" userId="fad37fcb1da1ebec" providerId="LiveId" clId="{679ED340-3CF1-46F2-950C-83D016EBF740}" dt="2025-02-03T02:31:57.993" v="1957" actId="207"/>
          <ac:spMkLst>
            <pc:docMk/>
            <pc:sldMk cId="2406590852" sldId="257"/>
            <ac:spMk id="35" creationId="{AA58EA48-27E8-9F48-4B5F-852A769411E7}"/>
          </ac:spMkLst>
        </pc:spChg>
        <pc:spChg chg="add mod">
          <ac:chgData name="Rick McAlister" userId="fad37fcb1da1ebec" providerId="LiveId" clId="{679ED340-3CF1-46F2-950C-83D016EBF740}" dt="2025-02-03T02:47:38.780" v="2130" actId="14100"/>
          <ac:spMkLst>
            <pc:docMk/>
            <pc:sldMk cId="2406590852" sldId="257"/>
            <ac:spMk id="38" creationId="{BEF2B7DE-810E-477A-E17F-1F004E42938E}"/>
          </ac:spMkLst>
        </pc:spChg>
        <pc:spChg chg="add mod">
          <ac:chgData name="Rick McAlister" userId="fad37fcb1da1ebec" providerId="LiveId" clId="{679ED340-3CF1-46F2-950C-83D016EBF740}" dt="2025-02-02T18:20:40.219" v="1562" actId="1076"/>
          <ac:spMkLst>
            <pc:docMk/>
            <pc:sldMk cId="2406590852" sldId="257"/>
            <ac:spMk id="42" creationId="{DE72E287-6359-9315-5ACD-1B4EAAFCF4C7}"/>
          </ac:spMkLst>
        </pc:spChg>
        <pc:spChg chg="add mod">
          <ac:chgData name="Rick McAlister" userId="fad37fcb1da1ebec" providerId="LiveId" clId="{679ED340-3CF1-46F2-950C-83D016EBF740}" dt="2025-02-01T19:53:28.838" v="890" actId="554"/>
          <ac:spMkLst>
            <pc:docMk/>
            <pc:sldMk cId="2406590852" sldId="257"/>
            <ac:spMk id="43" creationId="{92ABCBD0-76EC-4BC8-8D4A-9C2E9550B1A3}"/>
          </ac:spMkLst>
        </pc:spChg>
        <pc:spChg chg="add mod">
          <ac:chgData name="Rick McAlister" userId="fad37fcb1da1ebec" providerId="LiveId" clId="{679ED340-3CF1-46F2-950C-83D016EBF740}" dt="2025-02-02T18:57:03.254" v="1910" actId="207"/>
          <ac:spMkLst>
            <pc:docMk/>
            <pc:sldMk cId="2406590852" sldId="257"/>
            <ac:spMk id="44" creationId="{B505D5FA-4B8A-5A1A-DA2C-3C09DBA32692}"/>
          </ac:spMkLst>
        </pc:spChg>
        <pc:spChg chg="add 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45" creationId="{3CC259E1-4C96-D872-4C94-256CCEAF8775}"/>
          </ac:spMkLst>
        </pc:spChg>
        <pc:spChg chg="add mod">
          <ac:chgData name="Rick McAlister" userId="fad37fcb1da1ebec" providerId="LiveId" clId="{679ED340-3CF1-46F2-950C-83D016EBF740}" dt="2025-02-02T18:57:13.389" v="1911" actId="108"/>
          <ac:spMkLst>
            <pc:docMk/>
            <pc:sldMk cId="2406590852" sldId="257"/>
            <ac:spMk id="49" creationId="{CBC9F64D-73AC-BE2F-72F1-BDEFFC17C6B9}"/>
          </ac:spMkLst>
        </pc:spChg>
        <pc:spChg chg="add mod">
          <ac:chgData name="Rick McAlister" userId="fad37fcb1da1ebec" providerId="LiveId" clId="{679ED340-3CF1-46F2-950C-83D016EBF740}" dt="2025-02-03T02:44:03.814" v="2025" actId="14100"/>
          <ac:spMkLst>
            <pc:docMk/>
            <pc:sldMk cId="2406590852" sldId="257"/>
            <ac:spMk id="51" creationId="{C6236328-E551-666D-23C7-AF39CB3BFE31}"/>
          </ac:spMkLst>
        </pc:spChg>
        <pc:spChg chg="add mod">
          <ac:chgData name="Rick McAlister" userId="fad37fcb1da1ebec" providerId="LiveId" clId="{679ED340-3CF1-46F2-950C-83D016EBF740}" dt="2025-02-03T02:49:36.200" v="2148" actId="14100"/>
          <ac:spMkLst>
            <pc:docMk/>
            <pc:sldMk cId="2406590852" sldId="257"/>
            <ac:spMk id="52" creationId="{71C88604-3D08-72B6-7B67-54FF9C95932F}"/>
          </ac:spMkLst>
        </pc:spChg>
        <pc:spChg chg="add mod">
          <ac:chgData name="Rick McAlister" userId="fad37fcb1da1ebec" providerId="LiveId" clId="{679ED340-3CF1-46F2-950C-83D016EBF740}" dt="2025-02-02T18:19:36.948" v="1559" actId="1076"/>
          <ac:spMkLst>
            <pc:docMk/>
            <pc:sldMk cId="2406590852" sldId="257"/>
            <ac:spMk id="55" creationId="{95DF60D3-5631-FE56-4E44-14A0DC8E1377}"/>
          </ac:spMkLst>
        </pc:spChg>
        <pc:spChg chg="add mod">
          <ac:chgData name="Rick McAlister" userId="fad37fcb1da1ebec" providerId="LiveId" clId="{679ED340-3CF1-46F2-950C-83D016EBF740}" dt="2025-02-02T18:14:39.148" v="1504" actId="1037"/>
          <ac:spMkLst>
            <pc:docMk/>
            <pc:sldMk cId="2406590852" sldId="257"/>
            <ac:spMk id="58" creationId="{6E3C5FB7-3EA3-18D8-1FE1-4393FD0B1EB1}"/>
          </ac:spMkLst>
        </pc:spChg>
        <pc:spChg chg="add mod">
          <ac:chgData name="Rick McAlister" userId="fad37fcb1da1ebec" providerId="LiveId" clId="{679ED340-3CF1-46F2-950C-83D016EBF740}" dt="2025-02-03T02:44:15.237" v="2027" actId="1076"/>
          <ac:spMkLst>
            <pc:docMk/>
            <pc:sldMk cId="2406590852" sldId="257"/>
            <ac:spMk id="59" creationId="{7A6ADAE6-6119-38C0-F38B-ED6CBD34FF07}"/>
          </ac:spMkLst>
        </pc:spChg>
        <pc:spChg chg="add mod">
          <ac:chgData name="Rick McAlister" userId="fad37fcb1da1ebec" providerId="LiveId" clId="{679ED340-3CF1-46F2-950C-83D016EBF740}" dt="2025-02-03T02:51:15.046" v="2172" actId="20577"/>
          <ac:spMkLst>
            <pc:docMk/>
            <pc:sldMk cId="2406590852" sldId="257"/>
            <ac:spMk id="60" creationId="{B7D06069-84C5-D91C-557A-6C995BCCD721}"/>
          </ac:spMkLst>
        </pc:spChg>
        <pc:spChg chg="add mod">
          <ac:chgData name="Rick McAlister" userId="fad37fcb1da1ebec" providerId="LiveId" clId="{679ED340-3CF1-46F2-950C-83D016EBF740}" dt="2025-02-03T02:48:55.472" v="2139" actId="14100"/>
          <ac:spMkLst>
            <pc:docMk/>
            <pc:sldMk cId="2406590852" sldId="257"/>
            <ac:spMk id="61" creationId="{9A9BCE17-68D2-30E3-03FA-FB69B06107BB}"/>
          </ac:spMkLst>
        </pc:spChg>
        <pc:spChg chg="add mod">
          <ac:chgData name="Rick McAlister" userId="fad37fcb1da1ebec" providerId="LiveId" clId="{679ED340-3CF1-46F2-950C-83D016EBF740}" dt="2025-02-02T18:58:06.078" v="1937" actId="1035"/>
          <ac:spMkLst>
            <pc:docMk/>
            <pc:sldMk cId="2406590852" sldId="257"/>
            <ac:spMk id="62" creationId="{004C88E7-959F-DA6D-FEE2-1E80A0DBADB3}"/>
          </ac:spMkLst>
        </pc:spChg>
        <pc:spChg chg="add mod">
          <ac:chgData name="Rick McAlister" userId="fad37fcb1da1ebec" providerId="LiveId" clId="{679ED340-3CF1-46F2-950C-83D016EBF740}" dt="2025-02-02T19:14:00.220" v="1953" actId="14100"/>
          <ac:spMkLst>
            <pc:docMk/>
            <pc:sldMk cId="2406590852" sldId="257"/>
            <ac:spMk id="63" creationId="{85C52C55-D4B0-F1BE-AEE8-49167E10C44F}"/>
          </ac:spMkLst>
        </pc:spChg>
        <pc:spChg chg="add mod">
          <ac:chgData name="Rick McAlister" userId="fad37fcb1da1ebec" providerId="LiveId" clId="{679ED340-3CF1-46F2-950C-83D016EBF740}" dt="2025-02-02T18:20:48.664" v="1568" actId="1037"/>
          <ac:spMkLst>
            <pc:docMk/>
            <pc:sldMk cId="2406590852" sldId="257"/>
            <ac:spMk id="64" creationId="{EC90A369-3D6F-9F14-555A-3D42384E42C4}"/>
          </ac:spMkLst>
        </pc:spChg>
        <pc:spChg chg="add mod">
          <ac:chgData name="Rick McAlister" userId="fad37fcb1da1ebec" providerId="LiveId" clId="{679ED340-3CF1-46F2-950C-83D016EBF740}" dt="2025-02-02T18:14:39.148" v="1504" actId="1037"/>
          <ac:spMkLst>
            <pc:docMk/>
            <pc:sldMk cId="2406590852" sldId="257"/>
            <ac:spMk id="66" creationId="{C1799464-0F76-7FD2-308F-21EE0186FD42}"/>
          </ac:spMkLst>
        </pc:spChg>
        <pc:spChg chg="add mod">
          <ac:chgData name="Rick McAlister" userId="fad37fcb1da1ebec" providerId="LiveId" clId="{679ED340-3CF1-46F2-950C-83D016EBF740}" dt="2025-02-01T20:10:32.543" v="1211" actId="1035"/>
          <ac:spMkLst>
            <pc:docMk/>
            <pc:sldMk cId="2406590852" sldId="257"/>
            <ac:spMk id="67" creationId="{D358BDA3-7F7A-DE61-F3BA-3E0BC300E353}"/>
          </ac:spMkLst>
        </pc:spChg>
        <pc:spChg chg="add mod">
          <ac:chgData name="Rick McAlister" userId="fad37fcb1da1ebec" providerId="LiveId" clId="{679ED340-3CF1-46F2-950C-83D016EBF740}" dt="2025-02-03T02:36:33.363" v="1979" actId="1076"/>
          <ac:spMkLst>
            <pc:docMk/>
            <pc:sldMk cId="2406590852" sldId="257"/>
            <ac:spMk id="68" creationId="{6D4881A5-ABD6-7345-2F3A-8529C9BE9242}"/>
          </ac:spMkLst>
        </pc:spChg>
        <pc:spChg chg="add mod">
          <ac:chgData name="Rick McAlister" userId="fad37fcb1da1ebec" providerId="LiveId" clId="{679ED340-3CF1-46F2-950C-83D016EBF740}" dt="2025-02-03T02:36:33.363" v="1979" actId="1076"/>
          <ac:spMkLst>
            <pc:docMk/>
            <pc:sldMk cId="2406590852" sldId="257"/>
            <ac:spMk id="69" creationId="{31A1C0A4-6E14-D6CC-C75B-5990356FE703}"/>
          </ac:spMkLst>
        </pc:spChg>
        <pc:spChg chg="add mod">
          <ac:chgData name="Rick McAlister" userId="fad37fcb1da1ebec" providerId="LiveId" clId="{679ED340-3CF1-46F2-950C-83D016EBF740}" dt="2025-02-02T19:10:48.749" v="1952" actId="1037"/>
          <ac:spMkLst>
            <pc:docMk/>
            <pc:sldMk cId="2406590852" sldId="257"/>
            <ac:spMk id="71" creationId="{CFA9D62B-959C-CD65-BDCB-5933829489B2}"/>
          </ac:spMkLst>
        </pc:spChg>
        <pc:spChg chg="add mod">
          <ac:chgData name="Rick McAlister" userId="fad37fcb1da1ebec" providerId="LiveId" clId="{679ED340-3CF1-46F2-950C-83D016EBF740}" dt="2025-02-03T02:47:49.946" v="2131" actId="14100"/>
          <ac:spMkLst>
            <pc:docMk/>
            <pc:sldMk cId="2406590852" sldId="257"/>
            <ac:spMk id="72" creationId="{A4C660AF-75BF-AA83-34D1-07E9B5F16102}"/>
          </ac:spMkLst>
        </pc:spChg>
        <pc:spChg chg="add mod">
          <ac:chgData name="Rick McAlister" userId="fad37fcb1da1ebec" providerId="LiveId" clId="{679ED340-3CF1-46F2-950C-83D016EBF740}" dt="2025-02-03T02:50:03.755" v="2152" actId="1037"/>
          <ac:spMkLst>
            <pc:docMk/>
            <pc:sldMk cId="2406590852" sldId="257"/>
            <ac:spMk id="73" creationId="{7F23F599-4FF5-EFBB-5F34-AB189C41F9DC}"/>
          </ac:spMkLst>
        </pc:spChg>
        <pc:picChg chg="add mod">
          <ac:chgData name="Rick McAlister" userId="fad37fcb1da1ebec" providerId="LiveId" clId="{679ED340-3CF1-46F2-950C-83D016EBF740}" dt="2025-02-01T19:16:24.001" v="846" actId="14100"/>
          <ac:picMkLst>
            <pc:docMk/>
            <pc:sldMk cId="2406590852" sldId="257"/>
            <ac:picMk id="57" creationId="{4D05101B-D983-95F5-B366-F21BEA3CE42D}"/>
          </ac:picMkLst>
        </pc:picChg>
      </pc:sldChg>
      <pc:sldChg chg="addSp delSp modSp add mod">
        <pc:chgData name="Rick McAlister" userId="fad37fcb1da1ebec" providerId="LiveId" clId="{679ED340-3CF1-46F2-950C-83D016EBF740}" dt="2025-02-11T20:46:55.512" v="3416" actId="1035"/>
        <pc:sldMkLst>
          <pc:docMk/>
          <pc:sldMk cId="1725821264" sldId="258"/>
        </pc:sldMkLst>
        <pc:spChg chg="mod">
          <ac:chgData name="Rick McAlister" userId="fad37fcb1da1ebec" providerId="LiveId" clId="{679ED340-3CF1-46F2-950C-83D016EBF740}" dt="2025-02-11T20:36:15.946" v="3135" actId="14100"/>
          <ac:spMkLst>
            <pc:docMk/>
            <pc:sldMk cId="1725821264" sldId="258"/>
            <ac:spMk id="2" creationId="{6B565612-4ADB-EA69-DBD5-A8CAF64B102D}"/>
          </ac:spMkLst>
        </pc:spChg>
        <pc:spChg chg="mod">
          <ac:chgData name="Rick McAlister" userId="fad37fcb1da1ebec" providerId="LiveId" clId="{679ED340-3CF1-46F2-950C-83D016EBF740}" dt="2025-02-11T20:11:55.803" v="2690" actId="1076"/>
          <ac:spMkLst>
            <pc:docMk/>
            <pc:sldMk cId="1725821264" sldId="258"/>
            <ac:spMk id="7" creationId="{275CDF90-085F-F89B-2A46-2338860FB367}"/>
          </ac:spMkLst>
        </pc:spChg>
        <pc:spChg chg="mod">
          <ac:chgData name="Rick McAlister" userId="fad37fcb1da1ebec" providerId="LiveId" clId="{679ED340-3CF1-46F2-950C-83D016EBF740}" dt="2025-02-11T20:11:47.964" v="2688" actId="14100"/>
          <ac:spMkLst>
            <pc:docMk/>
            <pc:sldMk cId="1725821264" sldId="258"/>
            <ac:spMk id="8" creationId="{914709D6-CA34-9F97-BAA0-62B6906471D6}"/>
          </ac:spMkLst>
        </pc:spChg>
        <pc:spChg chg="mod">
          <ac:chgData name="Rick McAlister" userId="fad37fcb1da1ebec" providerId="LiveId" clId="{679ED340-3CF1-46F2-950C-83D016EBF740}" dt="2025-02-11T20:12:02.892" v="2691" actId="1076"/>
          <ac:spMkLst>
            <pc:docMk/>
            <pc:sldMk cId="1725821264" sldId="258"/>
            <ac:spMk id="9" creationId="{036C2DD8-865C-E87F-269D-4AFB7BFD03CE}"/>
          </ac:spMkLst>
        </pc:spChg>
        <pc:spChg chg="mod">
          <ac:chgData name="Rick McAlister" userId="fad37fcb1da1ebec" providerId="LiveId" clId="{679ED340-3CF1-46F2-950C-83D016EBF740}" dt="2025-02-11T20:11:52.902" v="2689" actId="1076"/>
          <ac:spMkLst>
            <pc:docMk/>
            <pc:sldMk cId="1725821264" sldId="258"/>
            <ac:spMk id="10" creationId="{CE1DEB21-7928-2036-863D-CC5ECAA0E40F}"/>
          </ac:spMkLst>
        </pc:spChg>
        <pc:spChg chg="mod">
          <ac:chgData name="Rick McAlister" userId="fad37fcb1da1ebec" providerId="LiveId" clId="{679ED340-3CF1-46F2-950C-83D016EBF740}" dt="2025-02-11T20:12:06.148" v="2692" actId="14100"/>
          <ac:spMkLst>
            <pc:docMk/>
            <pc:sldMk cId="1725821264" sldId="258"/>
            <ac:spMk id="14" creationId="{89C865AF-DA34-41F3-102B-94250D9AB2AE}"/>
          </ac:spMkLst>
        </pc:spChg>
        <pc:spChg chg="add mod">
          <ac:chgData name="Rick McAlister" userId="fad37fcb1da1ebec" providerId="LiveId" clId="{679ED340-3CF1-46F2-950C-83D016EBF740}" dt="2025-02-11T20:28:59.589" v="2949" actId="1076"/>
          <ac:spMkLst>
            <pc:docMk/>
            <pc:sldMk cId="1725821264" sldId="258"/>
            <ac:spMk id="17" creationId="{7C6B46CF-1F05-3769-BFEB-23830AF4BF86}"/>
          </ac:spMkLst>
        </pc:spChg>
        <pc:spChg chg="add mod">
          <ac:chgData name="Rick McAlister" userId="fad37fcb1da1ebec" providerId="LiveId" clId="{679ED340-3CF1-46F2-950C-83D016EBF740}" dt="2025-02-11T20:30:51.314" v="2991" actId="14100"/>
          <ac:spMkLst>
            <pc:docMk/>
            <pc:sldMk cId="1725821264" sldId="258"/>
            <ac:spMk id="18" creationId="{839E2DF5-A42C-A1F3-9615-781C0FFC61E2}"/>
          </ac:spMkLst>
        </pc:spChg>
        <pc:spChg chg="add mod">
          <ac:chgData name="Rick McAlister" userId="fad37fcb1da1ebec" providerId="LiveId" clId="{679ED340-3CF1-46F2-950C-83D016EBF740}" dt="2025-02-11T20:31:08.238" v="3061" actId="1037"/>
          <ac:spMkLst>
            <pc:docMk/>
            <pc:sldMk cId="1725821264" sldId="258"/>
            <ac:spMk id="24" creationId="{74BC3B99-FF0F-DE2F-E644-917BDE5002BC}"/>
          </ac:spMkLst>
        </pc:spChg>
        <pc:spChg chg="add mod">
          <ac:chgData name="Rick McAlister" userId="fad37fcb1da1ebec" providerId="LiveId" clId="{679ED340-3CF1-46F2-950C-83D016EBF740}" dt="2025-02-11T20:31:08.238" v="3061" actId="1037"/>
          <ac:spMkLst>
            <pc:docMk/>
            <pc:sldMk cId="1725821264" sldId="258"/>
            <ac:spMk id="26" creationId="{08761851-3393-82BC-8523-A5C1718DA339}"/>
          </ac:spMkLst>
        </pc:spChg>
        <pc:spChg chg="mod">
          <ac:chgData name="Rick McAlister" userId="fad37fcb1da1ebec" providerId="LiveId" clId="{679ED340-3CF1-46F2-950C-83D016EBF740}" dt="2025-02-11T20:21:08.881" v="2787" actId="1076"/>
          <ac:spMkLst>
            <pc:docMk/>
            <pc:sldMk cId="1725821264" sldId="258"/>
            <ac:spMk id="28" creationId="{C5E6FA48-722C-A51B-3E13-0FC3FFC14083}"/>
          </ac:spMkLst>
        </pc:spChg>
        <pc:spChg chg="mod">
          <ac:chgData name="Rick McAlister" userId="fad37fcb1da1ebec" providerId="LiveId" clId="{679ED340-3CF1-46F2-950C-83D016EBF740}" dt="2025-02-11T20:11:23.611" v="2685" actId="1076"/>
          <ac:spMkLst>
            <pc:docMk/>
            <pc:sldMk cId="1725821264" sldId="258"/>
            <ac:spMk id="31" creationId="{529CF56D-AB92-EA8F-D2A6-F651D12AC8DB}"/>
          </ac:spMkLst>
        </pc:spChg>
        <pc:spChg chg="add mod">
          <ac:chgData name="Rick McAlister" userId="fad37fcb1da1ebec" providerId="LiveId" clId="{679ED340-3CF1-46F2-950C-83D016EBF740}" dt="2025-02-11T20:31:08.238" v="3061" actId="1037"/>
          <ac:spMkLst>
            <pc:docMk/>
            <pc:sldMk cId="1725821264" sldId="258"/>
            <ac:spMk id="36" creationId="{20A28ABD-37BA-D077-6A48-41EE5E16EFA1}"/>
          </ac:spMkLst>
        </pc:spChg>
        <pc:spChg chg="add del mod">
          <ac:chgData name="Rick McAlister" userId="fad37fcb1da1ebec" providerId="LiveId" clId="{679ED340-3CF1-46F2-950C-83D016EBF740}" dt="2025-02-11T20:26:22.799" v="2908" actId="14100"/>
          <ac:spMkLst>
            <pc:docMk/>
            <pc:sldMk cId="1725821264" sldId="258"/>
            <ac:spMk id="37" creationId="{68BE072F-DA5F-09E8-748D-1BFCD3DD239E}"/>
          </ac:spMkLst>
        </pc:spChg>
        <pc:spChg chg="add mod">
          <ac:chgData name="Rick McAlister" userId="fad37fcb1da1ebec" providerId="LiveId" clId="{679ED340-3CF1-46F2-950C-83D016EBF740}" dt="2025-02-11T20:26:12.039" v="2906" actId="1035"/>
          <ac:spMkLst>
            <pc:docMk/>
            <pc:sldMk cId="1725821264" sldId="258"/>
            <ac:spMk id="39" creationId="{488F9965-3C22-52A8-C56B-27FEA18A9759}"/>
          </ac:spMkLst>
        </pc:spChg>
        <pc:spChg chg="add mod">
          <ac:chgData name="Rick McAlister" userId="fad37fcb1da1ebec" providerId="LiveId" clId="{679ED340-3CF1-46F2-950C-83D016EBF740}" dt="2025-02-11T20:26:34.797" v="2910" actId="1076"/>
          <ac:spMkLst>
            <pc:docMk/>
            <pc:sldMk cId="1725821264" sldId="258"/>
            <ac:spMk id="41" creationId="{BAA79D2B-4A56-C566-2C6F-E045CE555E72}"/>
          </ac:spMkLst>
        </pc:spChg>
        <pc:spChg chg="mod">
          <ac:chgData name="Rick McAlister" userId="fad37fcb1da1ebec" providerId="LiveId" clId="{679ED340-3CF1-46F2-950C-83D016EBF740}" dt="2025-02-11T20:16:56.114" v="2758" actId="1076"/>
          <ac:spMkLst>
            <pc:docMk/>
            <pc:sldMk cId="1725821264" sldId="258"/>
            <ac:spMk id="44" creationId="{18EE43FD-C865-FBCB-9830-82D0F7F484E9}"/>
          </ac:spMkLst>
        </pc:spChg>
        <pc:spChg chg="mod">
          <ac:chgData name="Rick McAlister" userId="fad37fcb1da1ebec" providerId="LiveId" clId="{679ED340-3CF1-46F2-950C-83D016EBF740}" dt="2025-02-11T20:34:48.731" v="3134" actId="14100"/>
          <ac:spMkLst>
            <pc:docMk/>
            <pc:sldMk cId="1725821264" sldId="258"/>
            <ac:spMk id="46" creationId="{E60A0CB0-2990-433C-47B8-81F816B54BDB}"/>
          </ac:spMkLst>
        </pc:spChg>
        <pc:spChg chg="mod">
          <ac:chgData name="Rick McAlister" userId="fad37fcb1da1ebec" providerId="LiveId" clId="{679ED340-3CF1-46F2-950C-83D016EBF740}" dt="2025-02-11T20:26:27.163" v="2909" actId="14100"/>
          <ac:spMkLst>
            <pc:docMk/>
            <pc:sldMk cId="1725821264" sldId="258"/>
            <ac:spMk id="47" creationId="{3E79AC12-75E0-8F60-73D6-C897EAA52A6C}"/>
          </ac:spMkLst>
        </pc:spChg>
        <pc:spChg chg="add del mod">
          <ac:chgData name="Rick McAlister" userId="fad37fcb1da1ebec" providerId="LiveId" clId="{679ED340-3CF1-46F2-950C-83D016EBF740}" dt="2025-02-11T20:33:42.136" v="3132" actId="1035"/>
          <ac:spMkLst>
            <pc:docMk/>
            <pc:sldMk cId="1725821264" sldId="258"/>
            <ac:spMk id="49" creationId="{98968DB8-8B79-42AC-D847-B22FB24A27D0}"/>
          </ac:spMkLst>
        </pc:spChg>
        <pc:spChg chg="add mod">
          <ac:chgData name="Rick McAlister" userId="fad37fcb1da1ebec" providerId="LiveId" clId="{679ED340-3CF1-46F2-950C-83D016EBF740}" dt="2025-02-11T20:14:14.365" v="2707" actId="14100"/>
          <ac:spMkLst>
            <pc:docMk/>
            <pc:sldMk cId="1725821264" sldId="258"/>
            <ac:spMk id="50" creationId="{2F4969A6-27D1-1135-405C-0E9FB1D63097}"/>
          </ac:spMkLst>
        </pc:spChg>
        <pc:spChg chg="add mod">
          <ac:chgData name="Rick McAlister" userId="fad37fcb1da1ebec" providerId="LiveId" clId="{679ED340-3CF1-46F2-950C-83D016EBF740}" dt="2025-02-11T20:14:05.349" v="2705" actId="1076"/>
          <ac:spMkLst>
            <pc:docMk/>
            <pc:sldMk cId="1725821264" sldId="258"/>
            <ac:spMk id="53" creationId="{DF0E29C0-416F-A733-61E3-AC5AE75051FD}"/>
          </ac:spMkLst>
        </pc:spChg>
        <pc:spChg chg="add mod">
          <ac:chgData name="Rick McAlister" userId="fad37fcb1da1ebec" providerId="LiveId" clId="{679ED340-3CF1-46F2-950C-83D016EBF740}" dt="2025-02-11T20:14:35.876" v="2710" actId="14100"/>
          <ac:spMkLst>
            <pc:docMk/>
            <pc:sldMk cId="1725821264" sldId="258"/>
            <ac:spMk id="54" creationId="{E9EDFA97-1E72-C774-7E4B-685A82838ED3}"/>
          </ac:spMkLst>
        </pc:spChg>
        <pc:spChg chg="add mod">
          <ac:chgData name="Rick McAlister" userId="fad37fcb1da1ebec" providerId="LiveId" clId="{679ED340-3CF1-46F2-950C-83D016EBF740}" dt="2025-02-11T20:26:12.039" v="2906" actId="1035"/>
          <ac:spMkLst>
            <pc:docMk/>
            <pc:sldMk cId="1725821264" sldId="258"/>
            <ac:spMk id="56" creationId="{15ED5CBC-E16F-DEE1-73E7-286A6B91B423}"/>
          </ac:spMkLst>
        </pc:spChg>
        <pc:spChg chg="add mod">
          <ac:chgData name="Rick McAlister" userId="fad37fcb1da1ebec" providerId="LiveId" clId="{679ED340-3CF1-46F2-950C-83D016EBF740}" dt="2025-02-11T20:15:35.504" v="2735" actId="1076"/>
          <ac:spMkLst>
            <pc:docMk/>
            <pc:sldMk cId="1725821264" sldId="258"/>
            <ac:spMk id="65" creationId="{17D624DA-1111-DF8E-66A8-E1A0AA7CAFF4}"/>
          </ac:spMkLst>
        </pc:spChg>
        <pc:spChg chg="mod">
          <ac:chgData name="Rick McAlister" userId="fad37fcb1da1ebec" providerId="LiveId" clId="{679ED340-3CF1-46F2-950C-83D016EBF740}" dt="2025-02-11T20:26:49.091" v="2913" actId="1076"/>
          <ac:spMkLst>
            <pc:docMk/>
            <pc:sldMk cId="1725821264" sldId="258"/>
            <ac:spMk id="68" creationId="{53D49C62-76EF-CA5B-1EE4-8BC9FCEBFEE7}"/>
          </ac:spMkLst>
        </pc:spChg>
        <pc:spChg chg="add mod">
          <ac:chgData name="Rick McAlister" userId="fad37fcb1da1ebec" providerId="LiveId" clId="{679ED340-3CF1-46F2-950C-83D016EBF740}" dt="2025-02-11T20:15:39.200" v="2736" actId="1076"/>
          <ac:spMkLst>
            <pc:docMk/>
            <pc:sldMk cId="1725821264" sldId="258"/>
            <ac:spMk id="70" creationId="{5F2C8156-1A9A-841E-9443-50448CFF5DE8}"/>
          </ac:spMkLst>
        </pc:spChg>
        <pc:spChg chg="add mod">
          <ac:chgData name="Rick McAlister" userId="fad37fcb1da1ebec" providerId="LiveId" clId="{679ED340-3CF1-46F2-950C-83D016EBF740}" dt="2025-02-11T20:26:19.370" v="2907" actId="14100"/>
          <ac:spMkLst>
            <pc:docMk/>
            <pc:sldMk cId="1725821264" sldId="258"/>
            <ac:spMk id="74" creationId="{658E5EDD-4675-72A1-E1DA-C3047103F0C8}"/>
          </ac:spMkLst>
        </pc:spChg>
        <pc:spChg chg="mod">
          <ac:chgData name="Rick McAlister" userId="fad37fcb1da1ebec" providerId="LiveId" clId="{679ED340-3CF1-46F2-950C-83D016EBF740}" dt="2025-02-11T20:26:12.039" v="2906" actId="1035"/>
          <ac:spMkLst>
            <pc:docMk/>
            <pc:sldMk cId="1725821264" sldId="258"/>
            <ac:spMk id="75" creationId="{69104537-4AB7-6CBD-4603-9FBA94EF2E07}"/>
          </ac:spMkLst>
        </pc:spChg>
        <pc:spChg chg="add mod">
          <ac:chgData name="Rick McAlister" userId="fad37fcb1da1ebec" providerId="LiveId" clId="{679ED340-3CF1-46F2-950C-83D016EBF740}" dt="2025-02-11T20:15:17.868" v="2728" actId="20577"/>
          <ac:spMkLst>
            <pc:docMk/>
            <pc:sldMk cId="1725821264" sldId="258"/>
            <ac:spMk id="76" creationId="{4E857A94-71D4-7B81-FE49-519A1B589F83}"/>
          </ac:spMkLst>
        </pc:spChg>
        <pc:spChg chg="add mod">
          <ac:chgData name="Rick McAlister" userId="fad37fcb1da1ebec" providerId="LiveId" clId="{679ED340-3CF1-46F2-950C-83D016EBF740}" dt="2025-02-11T20:31:08.238" v="3061" actId="1037"/>
          <ac:spMkLst>
            <pc:docMk/>
            <pc:sldMk cId="1725821264" sldId="258"/>
            <ac:spMk id="78" creationId="{DB5F66AA-F19A-9C55-59E9-B141EBAC7E16}"/>
          </ac:spMkLst>
        </pc:spChg>
        <pc:spChg chg="add mod">
          <ac:chgData name="Rick McAlister" userId="fad37fcb1da1ebec" providerId="LiveId" clId="{679ED340-3CF1-46F2-950C-83D016EBF740}" dt="2025-02-11T20:27:07.284" v="2918" actId="20577"/>
          <ac:spMkLst>
            <pc:docMk/>
            <pc:sldMk cId="1725821264" sldId="258"/>
            <ac:spMk id="80" creationId="{E5AA719A-3251-6B2D-20E7-08E818A8DD94}"/>
          </ac:spMkLst>
        </pc:spChg>
        <pc:spChg chg="add mod">
          <ac:chgData name="Rick McAlister" userId="fad37fcb1da1ebec" providerId="LiveId" clId="{679ED340-3CF1-46F2-950C-83D016EBF740}" dt="2025-02-11T20:30:59.668" v="3020" actId="1038"/>
          <ac:spMkLst>
            <pc:docMk/>
            <pc:sldMk cId="1725821264" sldId="258"/>
            <ac:spMk id="81" creationId="{CB62534E-F345-F907-37D1-201873FDAEB1}"/>
          </ac:spMkLst>
        </pc:spChg>
        <pc:spChg chg="add mod">
          <ac:chgData name="Rick McAlister" userId="fad37fcb1da1ebec" providerId="LiveId" clId="{679ED340-3CF1-46F2-950C-83D016EBF740}" dt="2025-02-11T20:31:40.710" v="3066" actId="408"/>
          <ac:spMkLst>
            <pc:docMk/>
            <pc:sldMk cId="1725821264" sldId="258"/>
            <ac:spMk id="82" creationId="{7C08E506-D9A3-E66B-CE0F-EF5603968BB5}"/>
          </ac:spMkLst>
        </pc:spChg>
        <pc:spChg chg="add mod">
          <ac:chgData name="Rick McAlister" userId="fad37fcb1da1ebec" providerId="LiveId" clId="{679ED340-3CF1-46F2-950C-83D016EBF740}" dt="2025-02-11T20:31:40.710" v="3066" actId="408"/>
          <ac:spMkLst>
            <pc:docMk/>
            <pc:sldMk cId="1725821264" sldId="258"/>
            <ac:spMk id="83" creationId="{3BA62BD9-6DD2-0379-D239-0138F11FB391}"/>
          </ac:spMkLst>
        </pc:spChg>
        <pc:spChg chg="add mod">
          <ac:chgData name="Rick McAlister" userId="fad37fcb1da1ebec" providerId="LiveId" clId="{679ED340-3CF1-46F2-950C-83D016EBF740}" dt="2025-02-11T20:31:40.710" v="3066" actId="408"/>
          <ac:spMkLst>
            <pc:docMk/>
            <pc:sldMk cId="1725821264" sldId="258"/>
            <ac:spMk id="84" creationId="{60520FBB-4B47-333B-0DB2-71D00826F174}"/>
          </ac:spMkLst>
        </pc:spChg>
        <pc:spChg chg="add mod">
          <ac:chgData name="Rick McAlister" userId="fad37fcb1da1ebec" providerId="LiveId" clId="{679ED340-3CF1-46F2-950C-83D016EBF740}" dt="2025-02-11T20:30:29.655" v="2988" actId="14100"/>
          <ac:spMkLst>
            <pc:docMk/>
            <pc:sldMk cId="1725821264" sldId="258"/>
            <ac:spMk id="85" creationId="{E17DCC0D-7139-5214-2C0F-C38371028C23}"/>
          </ac:spMkLst>
        </pc:spChg>
        <pc:spChg chg="add mod">
          <ac:chgData name="Rick McAlister" userId="fad37fcb1da1ebec" providerId="LiveId" clId="{679ED340-3CF1-46F2-950C-83D016EBF740}" dt="2025-02-11T20:30:29.655" v="2988" actId="14100"/>
          <ac:spMkLst>
            <pc:docMk/>
            <pc:sldMk cId="1725821264" sldId="258"/>
            <ac:spMk id="86" creationId="{83EB003D-9B78-A771-66CB-817B515641C5}"/>
          </ac:spMkLst>
        </pc:spChg>
        <pc:spChg chg="add mod">
          <ac:chgData name="Rick McAlister" userId="fad37fcb1da1ebec" providerId="LiveId" clId="{679ED340-3CF1-46F2-950C-83D016EBF740}" dt="2025-02-11T20:30:29.655" v="2988" actId="14100"/>
          <ac:spMkLst>
            <pc:docMk/>
            <pc:sldMk cId="1725821264" sldId="258"/>
            <ac:spMk id="87" creationId="{07E322E1-1AFC-48C7-6E4A-1273D993A1BA}"/>
          </ac:spMkLst>
        </pc:spChg>
        <pc:spChg chg="add mod">
          <ac:chgData name="Rick McAlister" userId="fad37fcb1da1ebec" providerId="LiveId" clId="{679ED340-3CF1-46F2-950C-83D016EBF740}" dt="2025-02-11T20:37:48.213" v="3143" actId="20577"/>
          <ac:spMkLst>
            <pc:docMk/>
            <pc:sldMk cId="1725821264" sldId="258"/>
            <ac:spMk id="88" creationId="{896702B9-81FF-F6F4-604E-81AEDF78EB0C}"/>
          </ac:spMkLst>
        </pc:spChg>
        <pc:spChg chg="add mod">
          <ac:chgData name="Rick McAlister" userId="fad37fcb1da1ebec" providerId="LiveId" clId="{679ED340-3CF1-46F2-950C-83D016EBF740}" dt="2025-02-11T20:32:07.704" v="3086" actId="20577"/>
          <ac:spMkLst>
            <pc:docMk/>
            <pc:sldMk cId="1725821264" sldId="258"/>
            <ac:spMk id="89" creationId="{2DCC84BC-D196-C6DD-90D4-E56EF263F001}"/>
          </ac:spMkLst>
        </pc:spChg>
        <pc:spChg chg="add mod">
          <ac:chgData name="Rick McAlister" userId="fad37fcb1da1ebec" providerId="LiveId" clId="{679ED340-3CF1-46F2-950C-83D016EBF740}" dt="2025-02-11T20:31:26.542" v="3065" actId="1076"/>
          <ac:spMkLst>
            <pc:docMk/>
            <pc:sldMk cId="1725821264" sldId="258"/>
            <ac:spMk id="90" creationId="{C5496EE9-B8BE-F00F-8C26-9613B3879E7F}"/>
          </ac:spMkLst>
        </pc:spChg>
        <pc:spChg chg="add mod">
          <ac:chgData name="Rick McAlister" userId="fad37fcb1da1ebec" providerId="LiveId" clId="{679ED340-3CF1-46F2-950C-83D016EBF740}" dt="2025-02-11T20:32:45.401" v="3099" actId="20577"/>
          <ac:spMkLst>
            <pc:docMk/>
            <pc:sldMk cId="1725821264" sldId="258"/>
            <ac:spMk id="91" creationId="{440D4401-E692-4FA5-800D-7330DFB25935}"/>
          </ac:spMkLst>
        </pc:spChg>
        <pc:spChg chg="add mod">
          <ac:chgData name="Rick McAlister" userId="fad37fcb1da1ebec" providerId="LiveId" clId="{679ED340-3CF1-46F2-950C-83D016EBF740}" dt="2025-02-11T20:46:55.512" v="3416" actId="1035"/>
          <ac:spMkLst>
            <pc:docMk/>
            <pc:sldMk cId="1725821264" sldId="258"/>
            <ac:spMk id="92" creationId="{62AF8707-1954-37C6-C879-3D1B4E4E07ED}"/>
          </ac:spMkLst>
        </pc:spChg>
      </pc:sldChg>
      <pc:sldChg chg="addSp delSp modSp add mod ord">
        <pc:chgData name="Rick McAlister" userId="fad37fcb1da1ebec" providerId="LiveId" clId="{679ED340-3CF1-46F2-950C-83D016EBF740}" dt="2025-02-11T20:46:12.342" v="3370" actId="1076"/>
        <pc:sldMkLst>
          <pc:docMk/>
          <pc:sldMk cId="3729456371" sldId="259"/>
        </pc:sldMkLst>
        <pc:spChg chg="mod">
          <ac:chgData name="Rick McAlister" userId="fad37fcb1da1ebec" providerId="LiveId" clId="{679ED340-3CF1-46F2-950C-83D016EBF740}" dt="2025-02-11T20:43:41.933" v="3255" actId="1076"/>
          <ac:spMkLst>
            <pc:docMk/>
            <pc:sldMk cId="3729456371" sldId="259"/>
            <ac:spMk id="8" creationId="{66691D87-5352-8D57-3883-82F3C3E7705B}"/>
          </ac:spMkLst>
        </pc:spChg>
        <pc:spChg chg="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12" creationId="{0A3B3CF9-58EE-3946-63F4-5048F6E92C97}"/>
          </ac:spMkLst>
        </pc:spChg>
        <pc:spChg chg="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13" creationId="{2AEA660F-AED8-4CDE-1EDF-C9A9CCCBBAFE}"/>
          </ac:spMkLst>
        </pc:spChg>
        <pc:spChg chg="add 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18" creationId="{79B446E7-F367-83CA-7FA3-41CAC1A684C9}"/>
          </ac:spMkLst>
        </pc:spChg>
        <pc:spChg chg="add mod">
          <ac:chgData name="Rick McAlister" userId="fad37fcb1da1ebec" providerId="LiveId" clId="{679ED340-3CF1-46F2-950C-83D016EBF740}" dt="2025-02-11T20:46:12.342" v="3370" actId="1076"/>
          <ac:spMkLst>
            <pc:docMk/>
            <pc:sldMk cId="3729456371" sldId="259"/>
            <ac:spMk id="19" creationId="{65026BF9-45C5-2BAD-6DAD-60ECE7E7C784}"/>
          </ac:spMkLst>
        </pc:spChg>
        <pc:spChg chg="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20" creationId="{E4904E25-BF6B-E6E5-29B2-902BB4C56A25}"/>
          </ac:spMkLst>
        </pc:spChg>
        <pc:spChg chg="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21" creationId="{F570A4BB-6E46-2C27-6EA6-B96E7BE28224}"/>
          </ac:spMkLst>
        </pc:spChg>
        <pc:spChg chg="mod">
          <ac:chgData name="Rick McAlister" userId="fad37fcb1da1ebec" providerId="LiveId" clId="{679ED340-3CF1-46F2-950C-83D016EBF740}" dt="2025-02-11T20:45:32.922" v="3322" actId="207"/>
          <ac:spMkLst>
            <pc:docMk/>
            <pc:sldMk cId="3729456371" sldId="259"/>
            <ac:spMk id="22" creationId="{C7E08C75-5820-177E-1416-7BF1A495C4CC}"/>
          </ac:spMkLst>
        </pc:spChg>
        <pc:spChg chg="mod">
          <ac:chgData name="Rick McAlister" userId="fad37fcb1da1ebec" providerId="LiveId" clId="{679ED340-3CF1-46F2-950C-83D016EBF740}" dt="2025-02-11T20:44:10.932" v="3259" actId="1076"/>
          <ac:spMkLst>
            <pc:docMk/>
            <pc:sldMk cId="3729456371" sldId="259"/>
            <ac:spMk id="23" creationId="{E26127DF-4BFC-F366-9066-67C2C46E9849}"/>
          </ac:spMkLst>
        </pc:spChg>
        <pc:spChg chg="mod">
          <ac:chgData name="Rick McAlister" userId="fad37fcb1da1ebec" providerId="LiveId" clId="{679ED340-3CF1-46F2-950C-83D016EBF740}" dt="2025-02-11T20:43:41.933" v="3255" actId="1076"/>
          <ac:spMkLst>
            <pc:docMk/>
            <pc:sldMk cId="3729456371" sldId="259"/>
            <ac:spMk id="29" creationId="{5A7169A2-5491-B54E-A959-A2E08624F6CF}"/>
          </ac:spMkLst>
        </pc:spChg>
        <pc:spChg chg="mod">
          <ac:chgData name="Rick McAlister" userId="fad37fcb1da1ebec" providerId="LiveId" clId="{679ED340-3CF1-46F2-950C-83D016EBF740}" dt="2025-02-11T20:43:41.933" v="3255" actId="1076"/>
          <ac:spMkLst>
            <pc:docMk/>
            <pc:sldMk cId="3729456371" sldId="259"/>
            <ac:spMk id="46" creationId="{51FA38EF-8F9D-4E2F-C1A9-87DE8400271C}"/>
          </ac:spMkLst>
        </pc:spChg>
        <pc:spChg chg="mod">
          <ac:chgData name="Rick McAlister" userId="fad37fcb1da1ebec" providerId="LiveId" clId="{679ED340-3CF1-46F2-950C-83D016EBF740}" dt="2025-02-11T20:43:41.933" v="3255" actId="1076"/>
          <ac:spMkLst>
            <pc:docMk/>
            <pc:sldMk cId="3729456371" sldId="259"/>
            <ac:spMk id="51" creationId="{836242C9-9CE2-4E04-D9FE-5F3B4C1D5699}"/>
          </ac:spMkLst>
        </pc:spChg>
        <pc:spChg chg="mod">
          <ac:chgData name="Rick McAlister" userId="fad37fcb1da1ebec" providerId="LiveId" clId="{679ED340-3CF1-46F2-950C-83D016EBF740}" dt="2025-02-11T20:43:41.933" v="3255" actId="1076"/>
          <ac:spMkLst>
            <pc:docMk/>
            <pc:sldMk cId="3729456371" sldId="259"/>
            <ac:spMk id="55" creationId="{0530420A-1FF2-21C5-9135-A7B11CDA6A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07DA-6282-0D1A-1608-2210ABC68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8A819-9F1E-6638-8848-0B6F0A25E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FE923-FB50-27E7-980F-A945852C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7D72-74BC-E7CD-BD4A-A67CDA48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C21C-7E09-68CC-E3BD-C9DE89C3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5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9782-9CFC-F50B-8C2D-1794034B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3D7D-CD92-F494-4D62-F9236CF84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2CC15-1430-CFEE-2012-593D860A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E6850-A166-9694-8C97-0346CFA4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F6079-3B6A-94CA-9800-111BBDCD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6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CC61-5837-3808-7901-54D79FA3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E814A-0514-C01D-6941-B9167FAD1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3C55A-7E3B-68F1-7B85-93139770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9E4FF-4C12-8570-6B29-7D8870B3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C2B76-BA3D-E55E-B854-7A3D378B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0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4F91-EEB2-D117-E056-B9F1F77C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BB2E-0FE4-B567-512C-FA6001FB5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98DFB-283F-E6DB-338B-15AF56992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FF89D-A744-46D7-80BE-E807369E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DA9A1-D45C-D2AC-9E1C-81A57948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086E5-EDA6-FD75-E87F-1A44CDBD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0EDA-3D08-A861-2353-CC6A2D52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03535-057F-5807-7C67-D276A263A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F6187-ABDC-5FFD-12FA-53DED4861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E816A-A408-284C-DCBF-0AAB4A5D5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CC44F-062C-B8F0-8292-39610801C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EAF52-FFB9-D428-9CF6-1AB98710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53BC4-55A6-1621-D52B-29867C52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40854-9D75-FEAD-A65D-62B05F1D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3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7C8A-1633-B0AE-E659-5F17088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B9168-A7D7-1633-772A-8BE541DF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2DF22-885C-D8BE-E796-9BAA67BD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AE604-43ED-1862-C4FD-01FEF9B9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2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364F4-41F5-9FF9-F0AD-F7CBE0FB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D04B-CC09-CFD8-636B-42BED7BD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3DEEC-E060-2C48-3168-50035837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6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C92F-8669-C608-399D-10D2946A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2562E-B428-6129-4CAB-72CC43861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AE62D-F0F1-24DE-DD3F-691B5D5C3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8D3D4-5721-CE43-1389-3223C482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61D00-DEAA-E314-7728-E09A6F4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A9C54-61F2-E7DF-7199-FB345CCE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9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6C37-C17D-229C-0859-6DCC1631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CAF3B0-F0E7-9630-565F-45F36D2B8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6CA20-E7C9-C985-5C7F-6F29DD29E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3AD45-FDA5-CFE9-1F57-C41E628D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92CD7-4162-5938-0B0D-FD9C5060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5E11E-92D9-8089-97D1-456D4534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6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4C83-A441-B7ED-CA9E-1F40D8C1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A254A-601F-CF48-E55E-E273E360A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846D-7D7E-6759-C8EE-7C4FD0BF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88654-25A7-86EF-AAD1-62287758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B1E81-877C-C6B8-ABB3-FA4F847E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8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2FF4C-06A0-E61E-4EC8-5955FFBF1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8F760-949B-9659-8340-CA1D3597C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1D6FE-D32A-375A-C332-77EFA47A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1013B-2058-392D-8051-E28A0709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9574B-C6A6-B54F-6663-F7315778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6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CC16A-D4BD-8CDC-C78D-32FC24D0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354B-3CC3-C296-A543-CC23F5E7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C0361-C23F-DDB6-5767-5B2E11257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182D6-06B2-4429-A520-BB4E1C73451B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4C655-5952-BDEB-AF7F-8DD8283D7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A510F-519A-201A-6B4C-7552480F5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47E55-793B-4CC3-A6D4-502500F0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5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56D7B77-0B57-2877-41F1-8925825DAE5B}"/>
              </a:ext>
            </a:extLst>
          </p:cNvPr>
          <p:cNvSpPr/>
          <p:nvPr/>
        </p:nvSpPr>
        <p:spPr>
          <a:xfrm>
            <a:off x="4091603" y="5598998"/>
            <a:ext cx="1965744" cy="1097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* ASCOM does not support AO and configuration is currently very unstable.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** X2 DL camera driver does not support filter wheel, guider or AO.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0B75DB-E89B-46B9-5DCA-905E759CDCD9}"/>
              </a:ext>
            </a:extLst>
          </p:cNvPr>
          <p:cNvSpPr/>
          <p:nvPr/>
        </p:nvSpPr>
        <p:spPr>
          <a:xfrm>
            <a:off x="5398569" y="2924259"/>
            <a:ext cx="5508507" cy="1009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60137-1648-990C-A5C6-874AD49D4E78}"/>
              </a:ext>
            </a:extLst>
          </p:cNvPr>
          <p:cNvSpPr/>
          <p:nvPr/>
        </p:nvSpPr>
        <p:spPr>
          <a:xfrm>
            <a:off x="5398568" y="3522033"/>
            <a:ext cx="5508507" cy="847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/>
              <a:t>TheSky</a:t>
            </a:r>
            <a:r>
              <a:rPr lang="en-US" sz="1200" dirty="0"/>
              <a:t> Pro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A4956-AEE6-2592-E0D5-C12D08A5C53F}"/>
              </a:ext>
            </a:extLst>
          </p:cNvPr>
          <p:cNvSpPr/>
          <p:nvPr/>
        </p:nvSpPr>
        <p:spPr>
          <a:xfrm>
            <a:off x="9386272" y="6264428"/>
            <a:ext cx="763902" cy="407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Guider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5711B6-6D9F-43C1-D100-34F22F140676}"/>
              </a:ext>
            </a:extLst>
          </p:cNvPr>
          <p:cNvSpPr/>
          <p:nvPr/>
        </p:nvSpPr>
        <p:spPr>
          <a:xfrm>
            <a:off x="7756856" y="6266313"/>
            <a:ext cx="763902" cy="407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Camera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2D4D9-7A59-0125-83A4-C15C2F70D65C}"/>
              </a:ext>
            </a:extLst>
          </p:cNvPr>
          <p:cNvSpPr/>
          <p:nvPr/>
        </p:nvSpPr>
        <p:spPr>
          <a:xfrm>
            <a:off x="10307862" y="6264428"/>
            <a:ext cx="763902" cy="407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EF228-147E-0BBF-514D-61C5140BEA27}"/>
              </a:ext>
            </a:extLst>
          </p:cNvPr>
          <p:cNvSpPr/>
          <p:nvPr/>
        </p:nvSpPr>
        <p:spPr>
          <a:xfrm>
            <a:off x="8569805" y="6264428"/>
            <a:ext cx="763902" cy="407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Filter</a:t>
            </a:r>
          </a:p>
          <a:p>
            <a:pPr algn="ctr"/>
            <a:r>
              <a:rPr lang="en-US" sz="1200" dirty="0"/>
              <a:t>Wheel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B75547-FB19-DBAD-9997-9F66C3B59E40}"/>
              </a:ext>
            </a:extLst>
          </p:cNvPr>
          <p:cNvSpPr/>
          <p:nvPr/>
        </p:nvSpPr>
        <p:spPr>
          <a:xfrm>
            <a:off x="5510699" y="3057107"/>
            <a:ext cx="1016202" cy="378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0C0A27-1C9F-9F3D-5800-2E45E1D6F493}"/>
              </a:ext>
            </a:extLst>
          </p:cNvPr>
          <p:cNvSpPr/>
          <p:nvPr/>
        </p:nvSpPr>
        <p:spPr>
          <a:xfrm>
            <a:off x="6579465" y="3057107"/>
            <a:ext cx="1016202" cy="378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1DC6DE-471E-B027-478A-ADBD13079F5F}"/>
              </a:ext>
            </a:extLst>
          </p:cNvPr>
          <p:cNvSpPr/>
          <p:nvPr/>
        </p:nvSpPr>
        <p:spPr>
          <a:xfrm>
            <a:off x="8713493" y="3057107"/>
            <a:ext cx="1016202" cy="378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Image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3E532C-3916-9585-41A9-48CE56E92E56}"/>
              </a:ext>
            </a:extLst>
          </p:cNvPr>
          <p:cNvSpPr/>
          <p:nvPr/>
        </p:nvSpPr>
        <p:spPr>
          <a:xfrm>
            <a:off x="9778755" y="3057107"/>
            <a:ext cx="1016202" cy="378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Camera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1A3CE-DA10-A7F7-CD13-FA430F61247E}"/>
              </a:ext>
            </a:extLst>
          </p:cNvPr>
          <p:cNvSpPr/>
          <p:nvPr/>
        </p:nvSpPr>
        <p:spPr>
          <a:xfrm>
            <a:off x="7648231" y="3062759"/>
            <a:ext cx="1016202" cy="378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Chart</a:t>
            </a:r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EF0A3EAC-DA46-17D5-449E-9620DBB5573E}"/>
              </a:ext>
            </a:extLst>
          </p:cNvPr>
          <p:cNvSpPr/>
          <p:nvPr/>
        </p:nvSpPr>
        <p:spPr>
          <a:xfrm>
            <a:off x="8116278" y="1955202"/>
            <a:ext cx="152652" cy="50553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7009BD-AC19-AB56-BF1C-E9985F774ABF}"/>
              </a:ext>
            </a:extLst>
          </p:cNvPr>
          <p:cNvSpPr/>
          <p:nvPr/>
        </p:nvSpPr>
        <p:spPr>
          <a:xfrm>
            <a:off x="5398569" y="4498113"/>
            <a:ext cx="5508505" cy="3325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X2 &amp; ASCOM drivers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B52C9F-181C-507D-C213-8C3358C5448F}"/>
              </a:ext>
            </a:extLst>
          </p:cNvPr>
          <p:cNvSpPr/>
          <p:nvPr/>
        </p:nvSpPr>
        <p:spPr>
          <a:xfrm>
            <a:off x="5398566" y="2505134"/>
            <a:ext cx="5508507" cy="3782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ScriptTheSkyX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B23320-675E-E340-62B6-DBC94B5A029A}"/>
              </a:ext>
            </a:extLst>
          </p:cNvPr>
          <p:cNvSpPr/>
          <p:nvPr/>
        </p:nvSpPr>
        <p:spPr>
          <a:xfrm>
            <a:off x="8186528" y="4946161"/>
            <a:ext cx="2720546" cy="4003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MaximDL</a:t>
            </a:r>
            <a:r>
              <a:rPr lang="en-US" sz="1200" dirty="0">
                <a:solidFill>
                  <a:schemeClr val="tx1"/>
                </a:solidFill>
              </a:rPr>
              <a:t> ASCOM Wrapper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5F4615-E947-2AE7-425E-442DEA31671F}"/>
              </a:ext>
            </a:extLst>
          </p:cNvPr>
          <p:cNvGrpSpPr/>
          <p:nvPr/>
        </p:nvGrpSpPr>
        <p:grpSpPr>
          <a:xfrm>
            <a:off x="10307862" y="6264428"/>
            <a:ext cx="763902" cy="407003"/>
            <a:chOff x="7929707" y="5756768"/>
            <a:chExt cx="1071716" cy="530942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338520-B37C-D96A-425F-0820670374EC}"/>
                </a:ext>
              </a:extLst>
            </p:cNvPr>
            <p:cNvCxnSpPr/>
            <p:nvPr/>
          </p:nvCxnSpPr>
          <p:spPr>
            <a:xfrm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324084-9A89-1DB0-AF3E-B7887E5F9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F319582-420F-1770-CD5A-CDC150682E84}"/>
              </a:ext>
            </a:extLst>
          </p:cNvPr>
          <p:cNvGrpSpPr/>
          <p:nvPr/>
        </p:nvGrpSpPr>
        <p:grpSpPr>
          <a:xfrm>
            <a:off x="9386272" y="6264428"/>
            <a:ext cx="763902" cy="407003"/>
            <a:chOff x="7929707" y="5756768"/>
            <a:chExt cx="1071716" cy="53094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FDA3AA-5888-DF2A-4AB8-3FE156507845}"/>
                </a:ext>
              </a:extLst>
            </p:cNvPr>
            <p:cNvCxnSpPr/>
            <p:nvPr/>
          </p:nvCxnSpPr>
          <p:spPr>
            <a:xfrm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3388898-5C26-771D-CE22-5F48F0D83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24FC9EB-2D68-6EE8-C380-E77F81CDEBA5}"/>
              </a:ext>
            </a:extLst>
          </p:cNvPr>
          <p:cNvGrpSpPr/>
          <p:nvPr/>
        </p:nvGrpSpPr>
        <p:grpSpPr>
          <a:xfrm>
            <a:off x="8569805" y="6264428"/>
            <a:ext cx="763902" cy="407003"/>
            <a:chOff x="7929707" y="5756768"/>
            <a:chExt cx="1071716" cy="53094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738BB3-604B-66EB-4D5F-E9E17594565D}"/>
                </a:ext>
              </a:extLst>
            </p:cNvPr>
            <p:cNvCxnSpPr/>
            <p:nvPr/>
          </p:nvCxnSpPr>
          <p:spPr>
            <a:xfrm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92F6311-5AB2-7859-0AAC-582190046C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707" y="5756768"/>
              <a:ext cx="1071716" cy="530942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AB0642E-C7CB-FB71-EE6C-E0385C936BD2}"/>
              </a:ext>
            </a:extLst>
          </p:cNvPr>
          <p:cNvSpPr/>
          <p:nvPr/>
        </p:nvSpPr>
        <p:spPr>
          <a:xfrm>
            <a:off x="7756856" y="5432712"/>
            <a:ext cx="3314925" cy="3325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LT</a:t>
            </a:r>
          </a:p>
        </p:txBody>
      </p:sp>
      <p:sp>
        <p:nvSpPr>
          <p:cNvPr id="49" name="Hexagon 48">
            <a:extLst>
              <a:ext uri="{FF2B5EF4-FFF2-40B4-BE49-F238E27FC236}">
                <a16:creationId xmlns:a16="http://schemas.microsoft.com/office/drawing/2014/main" id="{C67EBDEC-3E5B-FE48-6FCD-FFB1136827E0}"/>
              </a:ext>
            </a:extLst>
          </p:cNvPr>
          <p:cNvSpPr/>
          <p:nvPr/>
        </p:nvSpPr>
        <p:spPr>
          <a:xfrm>
            <a:off x="3372464" y="767897"/>
            <a:ext cx="7699317" cy="960535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Humason Hardware Interface (V4.x)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9A7A893-BE81-C296-B86B-19EEAFF35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59" y="362526"/>
            <a:ext cx="2171521" cy="55307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02F2E1-2690-8FFD-5737-E313A96BAE2B}"/>
              </a:ext>
            </a:extLst>
          </p:cNvPr>
          <p:cNvSpPr/>
          <p:nvPr/>
        </p:nvSpPr>
        <p:spPr>
          <a:xfrm>
            <a:off x="7756856" y="3558207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SExtractor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EA414-CC71-B4C6-014D-DF0A60E260E3}"/>
              </a:ext>
            </a:extLst>
          </p:cNvPr>
          <p:cNvSpPr/>
          <p:nvPr/>
        </p:nvSpPr>
        <p:spPr>
          <a:xfrm>
            <a:off x="6399497" y="3555496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Planetarium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C00D0-0607-3CE7-7D73-F1A876FDE4E6}"/>
              </a:ext>
            </a:extLst>
          </p:cNvPr>
          <p:cNvSpPr/>
          <p:nvPr/>
        </p:nvSpPr>
        <p:spPr>
          <a:xfrm>
            <a:off x="6396057" y="3823380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Image Reduction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7FAE3-8587-B394-4112-E77769ACBA99}"/>
              </a:ext>
            </a:extLst>
          </p:cNvPr>
          <p:cNvSpPr/>
          <p:nvPr/>
        </p:nvSpPr>
        <p:spPr>
          <a:xfrm>
            <a:off x="7759769" y="3821028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Precision Slew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20E1C0-5093-18E1-DFB6-7769646C8574}"/>
              </a:ext>
            </a:extLst>
          </p:cNvPr>
          <p:cNvSpPr/>
          <p:nvPr/>
        </p:nvSpPr>
        <p:spPr>
          <a:xfrm>
            <a:off x="6398009" y="4071146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@Focus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0713D2-7AA9-288C-20B9-EE78A9FD8E35}"/>
              </a:ext>
            </a:extLst>
          </p:cNvPr>
          <p:cNvSpPr/>
          <p:nvPr/>
        </p:nvSpPr>
        <p:spPr>
          <a:xfrm>
            <a:off x="7756856" y="4071537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Rotation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8DFA9B-858C-F368-D6FC-EC8A19185685}"/>
              </a:ext>
            </a:extLst>
          </p:cNvPr>
          <p:cNvSpPr/>
          <p:nvPr/>
        </p:nvSpPr>
        <p:spPr>
          <a:xfrm>
            <a:off x="9397751" y="3694471"/>
            <a:ext cx="1243070" cy="246428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AutoGuide</a:t>
            </a:r>
            <a:r>
              <a:rPr lang="en-US" sz="1000" dirty="0">
                <a:solidFill>
                  <a:schemeClr val="tx1"/>
                </a:solidFill>
              </a:rPr>
              <a:t>**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F220E1-9B1A-AFC3-6E8B-1113E5797C1C}"/>
              </a:ext>
            </a:extLst>
          </p:cNvPr>
          <p:cNvSpPr/>
          <p:nvPr/>
        </p:nvSpPr>
        <p:spPr>
          <a:xfrm>
            <a:off x="9400664" y="3947460"/>
            <a:ext cx="1243070" cy="246428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Filter Control**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4F5EDD-6120-4157-29A2-5FDB7D88183A}"/>
              </a:ext>
            </a:extLst>
          </p:cNvPr>
          <p:cNvSpPr/>
          <p:nvPr/>
        </p:nvSpPr>
        <p:spPr>
          <a:xfrm>
            <a:off x="6328191" y="4948083"/>
            <a:ext cx="873537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D6DE48-699E-836C-9B40-CBF28F2689F8}"/>
              </a:ext>
            </a:extLst>
          </p:cNvPr>
          <p:cNvSpPr/>
          <p:nvPr/>
        </p:nvSpPr>
        <p:spPr>
          <a:xfrm>
            <a:off x="5398568" y="4948083"/>
            <a:ext cx="873537" cy="398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Paramount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9D776B-0AC5-60B7-CA13-AE5831421560}"/>
              </a:ext>
            </a:extLst>
          </p:cNvPr>
          <p:cNvSpPr/>
          <p:nvPr/>
        </p:nvSpPr>
        <p:spPr>
          <a:xfrm>
            <a:off x="7271978" y="4948083"/>
            <a:ext cx="844300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187CC08-4341-FEA5-2C99-B354612EF521}"/>
              </a:ext>
            </a:extLst>
          </p:cNvPr>
          <p:cNvSpPr/>
          <p:nvPr/>
        </p:nvSpPr>
        <p:spPr>
          <a:xfrm>
            <a:off x="7756856" y="5830233"/>
            <a:ext cx="3314925" cy="3325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Drivers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F4E05-AEF4-E32F-DD09-291ADC263771}"/>
              </a:ext>
            </a:extLst>
          </p:cNvPr>
          <p:cNvSpPr/>
          <p:nvPr/>
        </p:nvSpPr>
        <p:spPr>
          <a:xfrm>
            <a:off x="6645368" y="1402866"/>
            <a:ext cx="2941856" cy="516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TSX Wrapper</a:t>
            </a:r>
          </a:p>
        </p:txBody>
      </p:sp>
    </p:spTree>
    <p:extLst>
      <p:ext uri="{BB962C8B-B14F-4D97-AF65-F5344CB8AC3E}">
        <p14:creationId xmlns:p14="http://schemas.microsoft.com/office/powerpoint/2010/main" val="1874091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D211-1BC1-879C-FC13-2A8BB398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xagon 32">
            <a:extLst>
              <a:ext uri="{FF2B5EF4-FFF2-40B4-BE49-F238E27FC236}">
                <a16:creationId xmlns:a16="http://schemas.microsoft.com/office/drawing/2014/main" id="{89AA4D37-F85C-51B2-F6FE-043609A78975}"/>
              </a:ext>
            </a:extLst>
          </p:cNvPr>
          <p:cNvSpPr/>
          <p:nvPr/>
        </p:nvSpPr>
        <p:spPr>
          <a:xfrm>
            <a:off x="2104103" y="1057508"/>
            <a:ext cx="9353179" cy="960535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Humason Hardware Interface (V5.x)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7589DE-0946-102C-C0A0-7B65B1035014}"/>
              </a:ext>
            </a:extLst>
          </p:cNvPr>
          <p:cNvSpPr/>
          <p:nvPr/>
        </p:nvSpPr>
        <p:spPr>
          <a:xfrm>
            <a:off x="8132428" y="3797599"/>
            <a:ext cx="3797691" cy="6308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highlight>
                <a:srgbClr val="0000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971E8C-5F21-FE7C-1FE3-C3CF1F29D078}"/>
              </a:ext>
            </a:extLst>
          </p:cNvPr>
          <p:cNvSpPr/>
          <p:nvPr/>
        </p:nvSpPr>
        <p:spPr>
          <a:xfrm>
            <a:off x="8131923" y="4364746"/>
            <a:ext cx="3797690" cy="719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MaximDL</a:t>
            </a:r>
            <a:r>
              <a:rPr lang="en-US" sz="1400" dirty="0">
                <a:solidFill>
                  <a:schemeClr val="tx1"/>
                </a:solidFill>
              </a:rPr>
              <a:t> Pro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EE1E4-CDD2-EEC1-8524-A7C9D792758C}"/>
              </a:ext>
            </a:extLst>
          </p:cNvPr>
          <p:cNvSpPr/>
          <p:nvPr/>
        </p:nvSpPr>
        <p:spPr>
          <a:xfrm>
            <a:off x="2564798" y="3733939"/>
            <a:ext cx="4015791" cy="988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73866-D1D6-AB4B-6C39-90BD229A832A}"/>
              </a:ext>
            </a:extLst>
          </p:cNvPr>
          <p:cNvSpPr/>
          <p:nvPr/>
        </p:nvSpPr>
        <p:spPr>
          <a:xfrm>
            <a:off x="2564798" y="4364746"/>
            <a:ext cx="4015791" cy="8299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TheSky</a:t>
            </a:r>
            <a:r>
              <a:rPr lang="en-US" sz="1400" dirty="0"/>
              <a:t> Pro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3CC96-0933-A767-8EE4-22D62D15A0B7}"/>
              </a:ext>
            </a:extLst>
          </p:cNvPr>
          <p:cNvSpPr/>
          <p:nvPr/>
        </p:nvSpPr>
        <p:spPr>
          <a:xfrm>
            <a:off x="3475334" y="5788096"/>
            <a:ext cx="873537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44CCB-0C27-1451-4D64-FE3888ABD67A}"/>
              </a:ext>
            </a:extLst>
          </p:cNvPr>
          <p:cNvSpPr/>
          <p:nvPr/>
        </p:nvSpPr>
        <p:spPr>
          <a:xfrm>
            <a:off x="10068319" y="5822791"/>
            <a:ext cx="892086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Guider</a:t>
            </a:r>
          </a:p>
          <a:p>
            <a:pPr algn="ctr"/>
            <a:r>
              <a:rPr lang="en-US" sz="1400" dirty="0"/>
              <a:t>Camera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F7B60-8F72-BDB9-F10C-B3E98BFE070B}"/>
              </a:ext>
            </a:extLst>
          </p:cNvPr>
          <p:cNvSpPr/>
          <p:nvPr/>
        </p:nvSpPr>
        <p:spPr>
          <a:xfrm>
            <a:off x="8132429" y="5822791"/>
            <a:ext cx="892086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Main</a:t>
            </a:r>
          </a:p>
          <a:p>
            <a:pPr algn="ctr"/>
            <a:r>
              <a:rPr lang="en-US" sz="1400" dirty="0"/>
              <a:t>Camera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208C6-F27B-70C4-EAAF-058A7EC94C9F}"/>
              </a:ext>
            </a:extLst>
          </p:cNvPr>
          <p:cNvSpPr/>
          <p:nvPr/>
        </p:nvSpPr>
        <p:spPr>
          <a:xfrm>
            <a:off x="11038031" y="5822791"/>
            <a:ext cx="892086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0CA40-B753-6509-33CB-0B8E90F888D3}"/>
              </a:ext>
            </a:extLst>
          </p:cNvPr>
          <p:cNvSpPr/>
          <p:nvPr/>
        </p:nvSpPr>
        <p:spPr>
          <a:xfrm>
            <a:off x="9100374" y="5822791"/>
            <a:ext cx="892086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Filter</a:t>
            </a:r>
          </a:p>
          <a:p>
            <a:pPr algn="ctr"/>
            <a:r>
              <a:rPr lang="en-US" sz="1400" dirty="0"/>
              <a:t>Wheel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E95DA9-D66C-EC89-DE51-3BB23F8C8431}"/>
              </a:ext>
            </a:extLst>
          </p:cNvPr>
          <p:cNvSpPr/>
          <p:nvPr/>
        </p:nvSpPr>
        <p:spPr>
          <a:xfrm>
            <a:off x="2693022" y="3863978"/>
            <a:ext cx="726226" cy="37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62522-4E9E-3116-D49A-203B30F2B818}"/>
              </a:ext>
            </a:extLst>
          </p:cNvPr>
          <p:cNvSpPr/>
          <p:nvPr/>
        </p:nvSpPr>
        <p:spPr>
          <a:xfrm>
            <a:off x="3499776" y="3863977"/>
            <a:ext cx="658611" cy="37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6D7B0D-5109-57FC-BE8E-BF892EF82E10}"/>
              </a:ext>
            </a:extLst>
          </p:cNvPr>
          <p:cNvSpPr/>
          <p:nvPr/>
        </p:nvSpPr>
        <p:spPr>
          <a:xfrm>
            <a:off x="2545711" y="5788096"/>
            <a:ext cx="873537" cy="398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Paramount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873A8D-534C-19D6-6C52-6B96A4E587FB}"/>
              </a:ext>
            </a:extLst>
          </p:cNvPr>
          <p:cNvSpPr/>
          <p:nvPr/>
        </p:nvSpPr>
        <p:spPr>
          <a:xfrm>
            <a:off x="9425024" y="3892507"/>
            <a:ext cx="912086" cy="3707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175FC1-3C5B-7B32-BCBA-20471C902AD7}"/>
              </a:ext>
            </a:extLst>
          </p:cNvPr>
          <p:cNvSpPr/>
          <p:nvPr/>
        </p:nvSpPr>
        <p:spPr>
          <a:xfrm>
            <a:off x="10424242" y="3895797"/>
            <a:ext cx="1352131" cy="3707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Camera (Guider)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1C38D9-810A-F2BB-EC10-DA50843201A8}"/>
              </a:ext>
            </a:extLst>
          </p:cNvPr>
          <p:cNvSpPr/>
          <p:nvPr/>
        </p:nvSpPr>
        <p:spPr>
          <a:xfrm>
            <a:off x="4964831" y="3863977"/>
            <a:ext cx="824657" cy="37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Camera</a:t>
            </a:r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B66FE0AE-FF6C-7BBA-13DD-C2E84E27098B}"/>
              </a:ext>
            </a:extLst>
          </p:cNvPr>
          <p:cNvSpPr/>
          <p:nvPr/>
        </p:nvSpPr>
        <p:spPr>
          <a:xfrm>
            <a:off x="4371938" y="2281319"/>
            <a:ext cx="344427" cy="996583"/>
          </a:xfrm>
          <a:prstGeom prst="upDownArrow">
            <a:avLst>
              <a:gd name="adj1" fmla="val 34318"/>
              <a:gd name="adj2" fmla="val 4019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B5A19FEB-06CF-7A89-E838-B6726DBB0D37}"/>
              </a:ext>
            </a:extLst>
          </p:cNvPr>
          <p:cNvSpPr/>
          <p:nvPr/>
        </p:nvSpPr>
        <p:spPr>
          <a:xfrm>
            <a:off x="9838410" y="2298523"/>
            <a:ext cx="172257" cy="1006981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1169F1-E5DB-D77F-2FB1-0785DD18D6A2}"/>
              </a:ext>
            </a:extLst>
          </p:cNvPr>
          <p:cNvSpPr/>
          <p:nvPr/>
        </p:nvSpPr>
        <p:spPr>
          <a:xfrm>
            <a:off x="2564798" y="5289307"/>
            <a:ext cx="4015791" cy="3877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X2 &amp; ASCOM drivers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2BF91-C93B-4E87-BA27-36DB6574102B}"/>
              </a:ext>
            </a:extLst>
          </p:cNvPr>
          <p:cNvSpPr/>
          <p:nvPr/>
        </p:nvSpPr>
        <p:spPr>
          <a:xfrm>
            <a:off x="8132429" y="5194736"/>
            <a:ext cx="3797690" cy="5395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MDL &amp; ASCOM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8C364-74A4-0921-09AD-47D8C5E2F824}"/>
              </a:ext>
            </a:extLst>
          </p:cNvPr>
          <p:cNvSpPr/>
          <p:nvPr/>
        </p:nvSpPr>
        <p:spPr>
          <a:xfrm>
            <a:off x="9178054" y="1713076"/>
            <a:ext cx="1882924" cy="5217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TSX to MDL Wrapper*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4E62C-4E64-B78F-BDA4-58DB3B530F49}"/>
              </a:ext>
            </a:extLst>
          </p:cNvPr>
          <p:cNvSpPr/>
          <p:nvPr/>
        </p:nvSpPr>
        <p:spPr>
          <a:xfrm>
            <a:off x="4220928" y="3859387"/>
            <a:ext cx="669696" cy="37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E2035-C50F-076D-2C28-907A7F33ADC2}"/>
              </a:ext>
            </a:extLst>
          </p:cNvPr>
          <p:cNvSpPr/>
          <p:nvPr/>
        </p:nvSpPr>
        <p:spPr>
          <a:xfrm>
            <a:off x="5828416" y="3859387"/>
            <a:ext cx="669696" cy="37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Wizard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58EA48-27E8-9F48-4B5F-852A769411E7}"/>
              </a:ext>
            </a:extLst>
          </p:cNvPr>
          <p:cNvSpPr/>
          <p:nvPr/>
        </p:nvSpPr>
        <p:spPr>
          <a:xfrm>
            <a:off x="6958509" y="4044336"/>
            <a:ext cx="799664" cy="778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ASCOM2X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Adapter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(7.0 LS)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F2B7DE-810E-477A-E17F-1F004E42938E}"/>
              </a:ext>
            </a:extLst>
          </p:cNvPr>
          <p:cNvSpPr/>
          <p:nvPr/>
        </p:nvSpPr>
        <p:spPr>
          <a:xfrm>
            <a:off x="7962775" y="1713077"/>
            <a:ext cx="962358" cy="9060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Guider Image Transfer*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DE72E287-6359-9315-5ACD-1B4EAAFCF4C7}"/>
              </a:ext>
            </a:extLst>
          </p:cNvPr>
          <p:cNvSpPr/>
          <p:nvPr/>
        </p:nvSpPr>
        <p:spPr>
          <a:xfrm>
            <a:off x="6589014" y="5891185"/>
            <a:ext cx="1447425" cy="261610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ABCBD0-76EC-4BC8-8D4A-9C2E9550B1A3}"/>
              </a:ext>
            </a:extLst>
          </p:cNvPr>
          <p:cNvSpPr/>
          <p:nvPr/>
        </p:nvSpPr>
        <p:spPr>
          <a:xfrm>
            <a:off x="5348744" y="5788096"/>
            <a:ext cx="1120878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MDL Imaging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05D5FA-4B8A-5A1A-DA2C-3C09DBA32692}"/>
              </a:ext>
            </a:extLst>
          </p:cNvPr>
          <p:cNvSpPr/>
          <p:nvPr/>
        </p:nvSpPr>
        <p:spPr>
          <a:xfrm>
            <a:off x="10608775" y="4468798"/>
            <a:ext cx="908781" cy="2464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AutoGuide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C259E1-4C96-D872-4C94-256CCEAF8775}"/>
              </a:ext>
            </a:extLst>
          </p:cNvPr>
          <p:cNvSpPr/>
          <p:nvPr/>
        </p:nvSpPr>
        <p:spPr>
          <a:xfrm>
            <a:off x="5044125" y="4388913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SExtractor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BC9F64D-73AC-BE2F-72F1-BDEFFC17C6B9}"/>
              </a:ext>
            </a:extLst>
          </p:cNvPr>
          <p:cNvSpPr/>
          <p:nvPr/>
        </p:nvSpPr>
        <p:spPr>
          <a:xfrm>
            <a:off x="10608775" y="4758962"/>
            <a:ext cx="908781" cy="2464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Filter Control</a:t>
            </a:r>
          </a:p>
        </p:txBody>
      </p:sp>
      <p:sp>
        <p:nvSpPr>
          <p:cNvPr id="51" name="Arrow: Bent-Up 50">
            <a:extLst>
              <a:ext uri="{FF2B5EF4-FFF2-40B4-BE49-F238E27FC236}">
                <a16:creationId xmlns:a16="http://schemas.microsoft.com/office/drawing/2014/main" id="{C6236328-E551-666D-23C7-AF39CB3BFE31}"/>
              </a:ext>
            </a:extLst>
          </p:cNvPr>
          <p:cNvSpPr/>
          <p:nvPr/>
        </p:nvSpPr>
        <p:spPr>
          <a:xfrm flipH="1">
            <a:off x="7428716" y="4898161"/>
            <a:ext cx="554320" cy="628325"/>
          </a:xfrm>
          <a:prstGeom prst="bentUpArrow">
            <a:avLst>
              <a:gd name="adj1" fmla="val 15816"/>
              <a:gd name="adj2" fmla="val 25724"/>
              <a:gd name="adj3" fmla="val 25000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Bent-Up 51">
            <a:extLst>
              <a:ext uri="{FF2B5EF4-FFF2-40B4-BE49-F238E27FC236}">
                <a16:creationId xmlns:a16="http://schemas.microsoft.com/office/drawing/2014/main" id="{71C88604-3D08-72B6-7B67-54FF9C95932F}"/>
              </a:ext>
            </a:extLst>
          </p:cNvPr>
          <p:cNvSpPr/>
          <p:nvPr/>
        </p:nvSpPr>
        <p:spPr>
          <a:xfrm rot="5400000" flipH="1" flipV="1">
            <a:off x="6689738" y="3408112"/>
            <a:ext cx="503378" cy="594231"/>
          </a:xfrm>
          <a:prstGeom prst="bentUpArrow">
            <a:avLst>
              <a:gd name="adj1" fmla="val 16184"/>
              <a:gd name="adj2" fmla="val 20692"/>
              <a:gd name="adj3" fmla="val 2678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DF60D3-5631-FE56-4E44-14A0DC8E1377}"/>
              </a:ext>
            </a:extLst>
          </p:cNvPr>
          <p:cNvSpPr/>
          <p:nvPr/>
        </p:nvSpPr>
        <p:spPr>
          <a:xfrm>
            <a:off x="3686766" y="4386202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Planetarium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D05101B-D983-95F5-B366-F21BEA3C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1" y="634710"/>
            <a:ext cx="2170543" cy="558648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E3C5FB7-3EA3-18D8-1FE1-4393FD0B1EB1}"/>
              </a:ext>
            </a:extLst>
          </p:cNvPr>
          <p:cNvSpPr/>
          <p:nvPr/>
        </p:nvSpPr>
        <p:spPr>
          <a:xfrm>
            <a:off x="4419121" y="5788096"/>
            <a:ext cx="844300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6ADAE6-6119-38C0-F38B-ED6CBD34FF07}"/>
              </a:ext>
            </a:extLst>
          </p:cNvPr>
          <p:cNvSpPr txBox="1"/>
          <p:nvPr/>
        </p:nvSpPr>
        <p:spPr>
          <a:xfrm>
            <a:off x="6938486" y="5016551"/>
            <a:ext cx="5485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Pulse</a:t>
            </a:r>
          </a:p>
          <a:p>
            <a:r>
              <a:rPr lang="en-US" sz="1100" dirty="0"/>
              <a:t>Guide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D06069-84C5-D91C-557A-6C995BCCD721}"/>
              </a:ext>
            </a:extLst>
          </p:cNvPr>
          <p:cNvSpPr txBox="1"/>
          <p:nvPr/>
        </p:nvSpPr>
        <p:spPr>
          <a:xfrm>
            <a:off x="6390968" y="2428455"/>
            <a:ext cx="14863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Single shot for guide star selection &amp; exposure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9BCE17-68D2-30E3-03FA-FB69B06107BB}"/>
              </a:ext>
            </a:extLst>
          </p:cNvPr>
          <p:cNvSpPr txBox="1"/>
          <p:nvPr/>
        </p:nvSpPr>
        <p:spPr>
          <a:xfrm>
            <a:off x="7238541" y="3512344"/>
            <a:ext cx="553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Direct</a:t>
            </a:r>
          </a:p>
          <a:p>
            <a:r>
              <a:rPr lang="en-US" sz="1100" dirty="0"/>
              <a:t>Guide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4C88E7-959F-DA6D-FEE2-1E80A0DBADB3}"/>
              </a:ext>
            </a:extLst>
          </p:cNvPr>
          <p:cNvSpPr/>
          <p:nvPr/>
        </p:nvSpPr>
        <p:spPr>
          <a:xfrm>
            <a:off x="3683326" y="4654086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Image Reduction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5C52C55-D4B0-F1BE-AEE8-49167E10C44F}"/>
              </a:ext>
            </a:extLst>
          </p:cNvPr>
          <p:cNvSpPr/>
          <p:nvPr/>
        </p:nvSpPr>
        <p:spPr>
          <a:xfrm>
            <a:off x="5047038" y="4651734"/>
            <a:ext cx="1240157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Precision Slew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90A369-3D6F-9F14-555A-3D42384E42C4}"/>
              </a:ext>
            </a:extLst>
          </p:cNvPr>
          <p:cNvSpPr txBox="1"/>
          <p:nvPr/>
        </p:nvSpPr>
        <p:spPr>
          <a:xfrm>
            <a:off x="6992023" y="6084631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Imaging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799464-0F76-7FD2-308F-21EE0186FD42}"/>
              </a:ext>
            </a:extLst>
          </p:cNvPr>
          <p:cNvSpPr/>
          <p:nvPr/>
        </p:nvSpPr>
        <p:spPr>
          <a:xfrm>
            <a:off x="3685278" y="4901852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@Focus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58BDA3-7F7A-DE61-F3BA-3E0BC300E353}"/>
              </a:ext>
            </a:extLst>
          </p:cNvPr>
          <p:cNvSpPr/>
          <p:nvPr/>
        </p:nvSpPr>
        <p:spPr>
          <a:xfrm>
            <a:off x="5044125" y="4902243"/>
            <a:ext cx="1243070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Rotation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4881A5-ABD6-7345-2F3A-8529C9BE9242}"/>
              </a:ext>
            </a:extLst>
          </p:cNvPr>
          <p:cNvSpPr txBox="1"/>
          <p:nvPr/>
        </p:nvSpPr>
        <p:spPr>
          <a:xfrm>
            <a:off x="9992460" y="2558646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Guide Commands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A1C0A4-6E14-D6CC-C75B-5990356FE703}"/>
              </a:ext>
            </a:extLst>
          </p:cNvPr>
          <p:cNvSpPr txBox="1"/>
          <p:nvPr/>
        </p:nvSpPr>
        <p:spPr>
          <a:xfrm>
            <a:off x="10010667" y="2761435"/>
            <a:ext cx="12410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Filter Commands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A9D62B-959C-CD65-BDCB-5933829489B2}"/>
              </a:ext>
            </a:extLst>
          </p:cNvPr>
          <p:cNvSpPr txBox="1"/>
          <p:nvPr/>
        </p:nvSpPr>
        <p:spPr>
          <a:xfrm>
            <a:off x="8512884" y="2978863"/>
            <a:ext cx="10214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Guide Images</a:t>
            </a:r>
          </a:p>
        </p:txBody>
      </p:sp>
      <p:sp>
        <p:nvSpPr>
          <p:cNvPr id="72" name="Arrow: Up 71">
            <a:extLst>
              <a:ext uri="{FF2B5EF4-FFF2-40B4-BE49-F238E27FC236}">
                <a16:creationId xmlns:a16="http://schemas.microsoft.com/office/drawing/2014/main" id="{A4C660AF-75BF-AA83-34D1-07E9B5F16102}"/>
              </a:ext>
            </a:extLst>
          </p:cNvPr>
          <p:cNvSpPr/>
          <p:nvPr/>
        </p:nvSpPr>
        <p:spPr>
          <a:xfrm>
            <a:off x="8338448" y="2662973"/>
            <a:ext cx="222621" cy="635353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3" name="Arrow: Bent-Up 72">
            <a:extLst>
              <a:ext uri="{FF2B5EF4-FFF2-40B4-BE49-F238E27FC236}">
                <a16:creationId xmlns:a16="http://schemas.microsoft.com/office/drawing/2014/main" id="{7F23F599-4FF5-EFBB-5F34-AB189C41F9DC}"/>
              </a:ext>
            </a:extLst>
          </p:cNvPr>
          <p:cNvSpPr/>
          <p:nvPr/>
        </p:nvSpPr>
        <p:spPr>
          <a:xfrm flipH="1" flipV="1">
            <a:off x="6257697" y="2354008"/>
            <a:ext cx="1639285" cy="906085"/>
          </a:xfrm>
          <a:prstGeom prst="bentUpArrow">
            <a:avLst>
              <a:gd name="adj1" fmla="val 9148"/>
              <a:gd name="adj2" fmla="val 11978"/>
              <a:gd name="adj3" fmla="val 11978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FBF94B-B8D7-2837-58B4-97CB5187FC12}"/>
              </a:ext>
            </a:extLst>
          </p:cNvPr>
          <p:cNvSpPr/>
          <p:nvPr/>
        </p:nvSpPr>
        <p:spPr>
          <a:xfrm>
            <a:off x="2564798" y="3316794"/>
            <a:ext cx="4015791" cy="3782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ScriptTheSkyX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BB0970-417A-352D-975F-ABB679DB8C17}"/>
              </a:ext>
            </a:extLst>
          </p:cNvPr>
          <p:cNvSpPr/>
          <p:nvPr/>
        </p:nvSpPr>
        <p:spPr>
          <a:xfrm>
            <a:off x="8131922" y="3349314"/>
            <a:ext cx="3797691" cy="384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Pro Scripting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BB207-4A8C-D413-9921-0009B9DB1BB9}"/>
              </a:ext>
            </a:extLst>
          </p:cNvPr>
          <p:cNvSpPr/>
          <p:nvPr/>
        </p:nvSpPr>
        <p:spPr>
          <a:xfrm>
            <a:off x="8357797" y="3899542"/>
            <a:ext cx="984749" cy="3707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419811-8092-D9B0-DD37-EEABBA205D93}"/>
              </a:ext>
            </a:extLst>
          </p:cNvPr>
          <p:cNvSpPr/>
          <p:nvPr/>
        </p:nvSpPr>
        <p:spPr>
          <a:xfrm>
            <a:off x="3146426" y="1718701"/>
            <a:ext cx="2941856" cy="5161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TSX Wrapper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7F8C0E-8483-D61F-EC2F-04BEAAF4B563}"/>
              </a:ext>
            </a:extLst>
          </p:cNvPr>
          <p:cNvSpPr/>
          <p:nvPr/>
        </p:nvSpPr>
        <p:spPr>
          <a:xfrm>
            <a:off x="8925133" y="349651"/>
            <a:ext cx="2408887" cy="5701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* Active only when MDL is enabled.  Guider and Filter functions switch to TSX Wrapper otherwise.</a:t>
            </a:r>
          </a:p>
        </p:txBody>
      </p:sp>
    </p:spTree>
    <p:extLst>
      <p:ext uri="{BB962C8B-B14F-4D97-AF65-F5344CB8AC3E}">
        <p14:creationId xmlns:p14="http://schemas.microsoft.com/office/powerpoint/2010/main" val="24065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7AAE-6506-072A-8029-C4FDA587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565612-4ADB-EA69-DBD5-A8CAF64B102D}"/>
              </a:ext>
            </a:extLst>
          </p:cNvPr>
          <p:cNvSpPr/>
          <p:nvPr/>
        </p:nvSpPr>
        <p:spPr>
          <a:xfrm>
            <a:off x="511338" y="3997879"/>
            <a:ext cx="3797690" cy="7474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MaximDL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CDF90-085F-F89B-2A46-2338860FB367}"/>
              </a:ext>
            </a:extLst>
          </p:cNvPr>
          <p:cNvSpPr/>
          <p:nvPr/>
        </p:nvSpPr>
        <p:spPr>
          <a:xfrm>
            <a:off x="2026364" y="5449941"/>
            <a:ext cx="687829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Guider</a:t>
            </a:r>
          </a:p>
          <a:p>
            <a:pPr algn="ctr"/>
            <a:r>
              <a:rPr lang="en-US" sz="1100" dirty="0"/>
              <a:t>Camera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709D6-CA34-9F97-BAA0-62B6906471D6}"/>
              </a:ext>
            </a:extLst>
          </p:cNvPr>
          <p:cNvSpPr/>
          <p:nvPr/>
        </p:nvSpPr>
        <p:spPr>
          <a:xfrm>
            <a:off x="511844" y="5449941"/>
            <a:ext cx="687829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Main</a:t>
            </a:r>
          </a:p>
          <a:p>
            <a:pPr algn="ctr"/>
            <a:r>
              <a:rPr lang="en-US" sz="1100" dirty="0"/>
              <a:t>Camera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6C2DD8-865C-E87F-269D-4AFB7BFD03CE}"/>
              </a:ext>
            </a:extLst>
          </p:cNvPr>
          <p:cNvSpPr/>
          <p:nvPr/>
        </p:nvSpPr>
        <p:spPr>
          <a:xfrm>
            <a:off x="2788365" y="5449941"/>
            <a:ext cx="687829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DEB21-7928-2036-863D-CC5ECAA0E40F}"/>
              </a:ext>
            </a:extLst>
          </p:cNvPr>
          <p:cNvSpPr/>
          <p:nvPr/>
        </p:nvSpPr>
        <p:spPr>
          <a:xfrm>
            <a:off x="1275049" y="5449941"/>
            <a:ext cx="687829" cy="3983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Filter</a:t>
            </a:r>
          </a:p>
          <a:p>
            <a:pPr algn="ctr"/>
            <a:r>
              <a:rPr lang="en-US" sz="1100" dirty="0"/>
              <a:t>Wheel</a:t>
            </a:r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C5E6FA48-722C-A51B-3E13-0FC3FFC14083}"/>
              </a:ext>
            </a:extLst>
          </p:cNvPr>
          <p:cNvSpPr/>
          <p:nvPr/>
        </p:nvSpPr>
        <p:spPr>
          <a:xfrm>
            <a:off x="2254199" y="2405295"/>
            <a:ext cx="312549" cy="1006981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C865AF-DA34-41F3-102B-94250D9AB2AE}"/>
              </a:ext>
            </a:extLst>
          </p:cNvPr>
          <p:cNvSpPr/>
          <p:nvPr/>
        </p:nvSpPr>
        <p:spPr>
          <a:xfrm>
            <a:off x="511844" y="4827869"/>
            <a:ext cx="2964350" cy="5395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MDL Driver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EE43FD-C865-FBCB-9830-82D0F7F484E9}"/>
              </a:ext>
            </a:extLst>
          </p:cNvPr>
          <p:cNvSpPr/>
          <p:nvPr/>
        </p:nvSpPr>
        <p:spPr>
          <a:xfrm>
            <a:off x="3058902" y="4399188"/>
            <a:ext cx="908781" cy="2464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AutoGuide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968DB8-8B79-42AC-D847-B22FB24A27D0}"/>
              </a:ext>
            </a:extLst>
          </p:cNvPr>
          <p:cNvSpPr/>
          <p:nvPr/>
        </p:nvSpPr>
        <p:spPr>
          <a:xfrm>
            <a:off x="1905463" y="4075338"/>
            <a:ext cx="908781" cy="2464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Imaging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D49C62-76EF-CA5B-1EE4-8BC9FCEBFEE7}"/>
              </a:ext>
            </a:extLst>
          </p:cNvPr>
          <p:cNvSpPr txBox="1"/>
          <p:nvPr/>
        </p:nvSpPr>
        <p:spPr>
          <a:xfrm>
            <a:off x="1733287" y="2576192"/>
            <a:ext cx="5597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Image</a:t>
            </a:r>
          </a:p>
          <a:p>
            <a:r>
              <a:rPr lang="en-US" sz="1100" dirty="0"/>
              <a:t>Guide</a:t>
            </a:r>
          </a:p>
          <a:p>
            <a:r>
              <a:rPr lang="en-US" sz="1100" dirty="0"/>
              <a:t>Filter</a:t>
            </a:r>
          </a:p>
          <a:p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9CF56D-AB92-EA8F-D2A6-F651D12AC8DB}"/>
              </a:ext>
            </a:extLst>
          </p:cNvPr>
          <p:cNvSpPr/>
          <p:nvPr/>
        </p:nvSpPr>
        <p:spPr>
          <a:xfrm>
            <a:off x="511337" y="3540564"/>
            <a:ext cx="3797691" cy="384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Pro Scripting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6B46CF-1F05-3769-BFEB-23830AF4BF86}"/>
              </a:ext>
            </a:extLst>
          </p:cNvPr>
          <p:cNvSpPr/>
          <p:nvPr/>
        </p:nvSpPr>
        <p:spPr>
          <a:xfrm>
            <a:off x="598348" y="971720"/>
            <a:ext cx="10922732" cy="132289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Voyager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9E2DF5-A42C-A1F3-9615-781C0FFC61E2}"/>
              </a:ext>
            </a:extLst>
          </p:cNvPr>
          <p:cNvSpPr/>
          <p:nvPr/>
        </p:nvSpPr>
        <p:spPr>
          <a:xfrm>
            <a:off x="7810501" y="2421761"/>
            <a:ext cx="3712140" cy="387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ASCOM Client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BC3B99-FF0F-DE2F-E644-917BDE5002BC}"/>
              </a:ext>
            </a:extLst>
          </p:cNvPr>
          <p:cNvSpPr/>
          <p:nvPr/>
        </p:nvSpPr>
        <p:spPr>
          <a:xfrm>
            <a:off x="7692479" y="5449939"/>
            <a:ext cx="696732" cy="398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Dome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61851-3393-82BC-8523-A5C1718DA339}"/>
              </a:ext>
            </a:extLst>
          </p:cNvPr>
          <p:cNvSpPr/>
          <p:nvPr/>
        </p:nvSpPr>
        <p:spPr>
          <a:xfrm>
            <a:off x="8449729" y="5449938"/>
            <a:ext cx="696732" cy="398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Focuser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A28ABD-37BA-D077-6A48-41EE5E16EFA1}"/>
              </a:ext>
            </a:extLst>
          </p:cNvPr>
          <p:cNvSpPr/>
          <p:nvPr/>
        </p:nvSpPr>
        <p:spPr>
          <a:xfrm>
            <a:off x="9206979" y="5449938"/>
            <a:ext cx="696732" cy="398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Rotator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BE072F-DA5F-09E8-748D-1BFCD3DD239E}"/>
              </a:ext>
            </a:extLst>
          </p:cNvPr>
          <p:cNvSpPr/>
          <p:nvPr/>
        </p:nvSpPr>
        <p:spPr>
          <a:xfrm>
            <a:off x="5546817" y="3969985"/>
            <a:ext cx="1897641" cy="857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8F9965-3C22-52A8-C56B-27FEA18A9759}"/>
              </a:ext>
            </a:extLst>
          </p:cNvPr>
          <p:cNvSpPr/>
          <p:nvPr/>
        </p:nvSpPr>
        <p:spPr>
          <a:xfrm>
            <a:off x="5523888" y="4198832"/>
            <a:ext cx="964353" cy="328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/>
              <a:t>TheSky</a:t>
            </a:r>
            <a:r>
              <a:rPr lang="en-US" sz="1200" dirty="0"/>
              <a:t> Pro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A79D2B-4A56-C566-2C6F-E045CE555E72}"/>
              </a:ext>
            </a:extLst>
          </p:cNvPr>
          <p:cNvSpPr/>
          <p:nvPr/>
        </p:nvSpPr>
        <p:spPr>
          <a:xfrm>
            <a:off x="6090471" y="5438424"/>
            <a:ext cx="873537" cy="398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Paramount</a:t>
            </a: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E60A0CB0-2990-433C-47B8-81F816B54BDB}"/>
              </a:ext>
            </a:extLst>
          </p:cNvPr>
          <p:cNvSpPr/>
          <p:nvPr/>
        </p:nvSpPr>
        <p:spPr>
          <a:xfrm>
            <a:off x="6401405" y="2421761"/>
            <a:ext cx="173580" cy="1006981"/>
          </a:xfrm>
          <a:prstGeom prst="upDownArrow">
            <a:avLst>
              <a:gd name="adj1" fmla="val 34318"/>
              <a:gd name="adj2" fmla="val 4019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79AC12-75E0-8F60-73D6-C897EAA52A6C}"/>
              </a:ext>
            </a:extLst>
          </p:cNvPr>
          <p:cNvSpPr/>
          <p:nvPr/>
        </p:nvSpPr>
        <p:spPr>
          <a:xfrm>
            <a:off x="5538437" y="4914320"/>
            <a:ext cx="1906021" cy="3877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BCS Driver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4969A6-27D1-1135-405C-0E9FB1D63097}"/>
              </a:ext>
            </a:extLst>
          </p:cNvPr>
          <p:cNvSpPr/>
          <p:nvPr/>
        </p:nvSpPr>
        <p:spPr>
          <a:xfrm>
            <a:off x="4521062" y="3997880"/>
            <a:ext cx="799664" cy="7193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ASCOM2X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Adapter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(7.0 LS)</a:t>
            </a:r>
            <a:endParaRPr lang="en-US" sz="1050" dirty="0"/>
          </a:p>
        </p:txBody>
      </p:sp>
      <p:sp>
        <p:nvSpPr>
          <p:cNvPr id="53" name="Arrow: Bent-Up 52">
            <a:extLst>
              <a:ext uri="{FF2B5EF4-FFF2-40B4-BE49-F238E27FC236}">
                <a16:creationId xmlns:a16="http://schemas.microsoft.com/office/drawing/2014/main" id="{DF0E29C0-416F-A733-61E3-AC5AE75051FD}"/>
              </a:ext>
            </a:extLst>
          </p:cNvPr>
          <p:cNvSpPr/>
          <p:nvPr/>
        </p:nvSpPr>
        <p:spPr>
          <a:xfrm>
            <a:off x="4438838" y="4838674"/>
            <a:ext cx="552431" cy="330150"/>
          </a:xfrm>
          <a:prstGeom prst="bentUpArrow">
            <a:avLst>
              <a:gd name="adj1" fmla="val 23169"/>
              <a:gd name="adj2" fmla="val 29400"/>
              <a:gd name="adj3" fmla="val 33578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Bent-Up 53">
            <a:extLst>
              <a:ext uri="{FF2B5EF4-FFF2-40B4-BE49-F238E27FC236}">
                <a16:creationId xmlns:a16="http://schemas.microsoft.com/office/drawing/2014/main" id="{E9EDFA97-1E72-C774-7E4B-685A82838ED3}"/>
              </a:ext>
            </a:extLst>
          </p:cNvPr>
          <p:cNvSpPr/>
          <p:nvPr/>
        </p:nvSpPr>
        <p:spPr>
          <a:xfrm rot="5400000" flipH="1">
            <a:off x="5009681" y="3454402"/>
            <a:ext cx="249188" cy="594803"/>
          </a:xfrm>
          <a:prstGeom prst="bentUpArrow">
            <a:avLst>
              <a:gd name="adj1" fmla="val 33359"/>
              <a:gd name="adj2" fmla="val 47887"/>
              <a:gd name="adj3" fmla="val 50000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5ED5CBC-E16F-DEE1-73E7-286A6B91B423}"/>
              </a:ext>
            </a:extLst>
          </p:cNvPr>
          <p:cNvSpPr/>
          <p:nvPr/>
        </p:nvSpPr>
        <p:spPr>
          <a:xfrm>
            <a:off x="6508719" y="4103750"/>
            <a:ext cx="868815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Planetarium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D624DA-1111-DF8E-66A8-E1A0AA7CAFF4}"/>
              </a:ext>
            </a:extLst>
          </p:cNvPr>
          <p:cNvSpPr txBox="1"/>
          <p:nvPr/>
        </p:nvSpPr>
        <p:spPr>
          <a:xfrm>
            <a:off x="4431329" y="5148774"/>
            <a:ext cx="5485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Pulse</a:t>
            </a:r>
          </a:p>
          <a:p>
            <a:r>
              <a:rPr lang="en-US" sz="1100" dirty="0"/>
              <a:t>Guide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2C8156-1A9A-841E-9443-50448CFF5DE8}"/>
              </a:ext>
            </a:extLst>
          </p:cNvPr>
          <p:cNvSpPr txBox="1"/>
          <p:nvPr/>
        </p:nvSpPr>
        <p:spPr>
          <a:xfrm>
            <a:off x="4791084" y="3267293"/>
            <a:ext cx="553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Direct</a:t>
            </a:r>
          </a:p>
          <a:p>
            <a:r>
              <a:rPr lang="en-US" sz="1100" dirty="0"/>
              <a:t>Guide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58E5EDD-4675-72A1-E1DA-C3047103F0C8}"/>
              </a:ext>
            </a:extLst>
          </p:cNvPr>
          <p:cNvSpPr/>
          <p:nvPr/>
        </p:nvSpPr>
        <p:spPr>
          <a:xfrm>
            <a:off x="5546817" y="3523087"/>
            <a:ext cx="1890830" cy="3782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ScriptTheSkyX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9104537-4AB7-6CBD-4603-9FBA94EF2E07}"/>
              </a:ext>
            </a:extLst>
          </p:cNvPr>
          <p:cNvSpPr/>
          <p:nvPr/>
        </p:nvSpPr>
        <p:spPr>
          <a:xfrm>
            <a:off x="6508719" y="4436787"/>
            <a:ext cx="881237" cy="246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Image Link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E857A94-71D4-7B81-FE49-519A1B589F83}"/>
              </a:ext>
            </a:extLst>
          </p:cNvPr>
          <p:cNvSpPr/>
          <p:nvPr/>
        </p:nvSpPr>
        <p:spPr>
          <a:xfrm>
            <a:off x="3582075" y="4827869"/>
            <a:ext cx="726953" cy="526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ASCOM Client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B5F66AA-F19A-9C55-59E9-B141EBAC7E16}"/>
              </a:ext>
            </a:extLst>
          </p:cNvPr>
          <p:cNvSpPr/>
          <p:nvPr/>
        </p:nvSpPr>
        <p:spPr>
          <a:xfrm>
            <a:off x="9964248" y="5438424"/>
            <a:ext cx="728251" cy="398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Weather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AA719A-3251-6B2D-20E7-08E818A8DD94}"/>
              </a:ext>
            </a:extLst>
          </p:cNvPr>
          <p:cNvSpPr txBox="1"/>
          <p:nvPr/>
        </p:nvSpPr>
        <p:spPr>
          <a:xfrm>
            <a:off x="5580081" y="2698308"/>
            <a:ext cx="84029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Mount</a:t>
            </a:r>
          </a:p>
          <a:p>
            <a:r>
              <a:rPr lang="en-US" sz="1100" dirty="0"/>
              <a:t>Image Link</a:t>
            </a:r>
          </a:p>
          <a:p>
            <a:endParaRPr lang="en-US" sz="1100" dirty="0"/>
          </a:p>
        </p:txBody>
      </p:sp>
      <p:sp>
        <p:nvSpPr>
          <p:cNvPr id="81" name="Arrow: Up-Down 80">
            <a:extLst>
              <a:ext uri="{FF2B5EF4-FFF2-40B4-BE49-F238E27FC236}">
                <a16:creationId xmlns:a16="http://schemas.microsoft.com/office/drawing/2014/main" id="{CB62534E-F345-F907-37D1-201873FDAEB1}"/>
              </a:ext>
            </a:extLst>
          </p:cNvPr>
          <p:cNvSpPr/>
          <p:nvPr/>
        </p:nvSpPr>
        <p:spPr>
          <a:xfrm>
            <a:off x="7948016" y="2936654"/>
            <a:ext cx="173580" cy="2369921"/>
          </a:xfrm>
          <a:prstGeom prst="upDownArrow">
            <a:avLst>
              <a:gd name="adj1" fmla="val 34318"/>
              <a:gd name="adj2" fmla="val 4019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7C08E506-D9A3-E66B-CE0F-EF5603968BB5}"/>
              </a:ext>
            </a:extLst>
          </p:cNvPr>
          <p:cNvSpPr/>
          <p:nvPr/>
        </p:nvSpPr>
        <p:spPr>
          <a:xfrm>
            <a:off x="8721321" y="2917970"/>
            <a:ext cx="173580" cy="2369921"/>
          </a:xfrm>
          <a:prstGeom prst="upDownArrow">
            <a:avLst>
              <a:gd name="adj1" fmla="val 34318"/>
              <a:gd name="adj2" fmla="val 4019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3" name="Arrow: Up-Down 82">
            <a:extLst>
              <a:ext uri="{FF2B5EF4-FFF2-40B4-BE49-F238E27FC236}">
                <a16:creationId xmlns:a16="http://schemas.microsoft.com/office/drawing/2014/main" id="{3BA62BD9-6DD2-0379-D239-0138F11FB391}"/>
              </a:ext>
            </a:extLst>
          </p:cNvPr>
          <p:cNvSpPr/>
          <p:nvPr/>
        </p:nvSpPr>
        <p:spPr>
          <a:xfrm>
            <a:off x="9494627" y="2917969"/>
            <a:ext cx="173580" cy="2369921"/>
          </a:xfrm>
          <a:prstGeom prst="upDownArrow">
            <a:avLst>
              <a:gd name="adj1" fmla="val 34318"/>
              <a:gd name="adj2" fmla="val 4019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4" name="Arrow: Up-Down 83">
            <a:extLst>
              <a:ext uri="{FF2B5EF4-FFF2-40B4-BE49-F238E27FC236}">
                <a16:creationId xmlns:a16="http://schemas.microsoft.com/office/drawing/2014/main" id="{60520FBB-4B47-333B-0DB2-71D00826F174}"/>
              </a:ext>
            </a:extLst>
          </p:cNvPr>
          <p:cNvSpPr/>
          <p:nvPr/>
        </p:nvSpPr>
        <p:spPr>
          <a:xfrm>
            <a:off x="10267933" y="2908785"/>
            <a:ext cx="173580" cy="2369921"/>
          </a:xfrm>
          <a:prstGeom prst="upDownArrow">
            <a:avLst>
              <a:gd name="adj1" fmla="val 34318"/>
              <a:gd name="adj2" fmla="val 4019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17DCC0D-7139-5214-2C0F-C38371028C23}"/>
              </a:ext>
            </a:extLst>
          </p:cNvPr>
          <p:cNvSpPr/>
          <p:nvPr/>
        </p:nvSpPr>
        <p:spPr>
          <a:xfrm>
            <a:off x="10306050" y="1090454"/>
            <a:ext cx="1123689" cy="246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AutoFocus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3EB003D-9B78-A771-66CB-817B515641C5}"/>
              </a:ext>
            </a:extLst>
          </p:cNvPr>
          <p:cNvSpPr/>
          <p:nvPr/>
        </p:nvSpPr>
        <p:spPr>
          <a:xfrm>
            <a:off x="10306050" y="1386740"/>
            <a:ext cx="1123689" cy="246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Sequencing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7E322E1-1AFC-48C7-6E4A-1273D993A1BA}"/>
              </a:ext>
            </a:extLst>
          </p:cNvPr>
          <p:cNvSpPr/>
          <p:nvPr/>
        </p:nvSpPr>
        <p:spPr>
          <a:xfrm>
            <a:off x="10314124" y="1688668"/>
            <a:ext cx="1123689" cy="246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Dome Control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96702B9-81FF-F6F4-604E-81AEDF78EB0C}"/>
              </a:ext>
            </a:extLst>
          </p:cNvPr>
          <p:cNvSpPr/>
          <p:nvPr/>
        </p:nvSpPr>
        <p:spPr>
          <a:xfrm>
            <a:off x="10314124" y="1984954"/>
            <a:ext cx="1123689" cy="246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AutoFlat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CC84BC-D196-C6DD-90D4-E56EF263F001}"/>
              </a:ext>
            </a:extLst>
          </p:cNvPr>
          <p:cNvSpPr/>
          <p:nvPr/>
        </p:nvSpPr>
        <p:spPr>
          <a:xfrm>
            <a:off x="10753036" y="5431662"/>
            <a:ext cx="728251" cy="398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Flat Panel</a:t>
            </a:r>
          </a:p>
        </p:txBody>
      </p:sp>
      <p:sp>
        <p:nvSpPr>
          <p:cNvPr id="90" name="Arrow: Up-Down 89">
            <a:extLst>
              <a:ext uri="{FF2B5EF4-FFF2-40B4-BE49-F238E27FC236}">
                <a16:creationId xmlns:a16="http://schemas.microsoft.com/office/drawing/2014/main" id="{C5496EE9-B8BE-F00F-8C26-9613B3879E7F}"/>
              </a:ext>
            </a:extLst>
          </p:cNvPr>
          <p:cNvSpPr/>
          <p:nvPr/>
        </p:nvSpPr>
        <p:spPr>
          <a:xfrm>
            <a:off x="11041238" y="2917969"/>
            <a:ext cx="173580" cy="2369921"/>
          </a:xfrm>
          <a:prstGeom prst="upDownArrow">
            <a:avLst>
              <a:gd name="adj1" fmla="val 34318"/>
              <a:gd name="adj2" fmla="val 4019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40D4401-E692-4FA5-800D-7330DFB25935}"/>
              </a:ext>
            </a:extLst>
          </p:cNvPr>
          <p:cNvSpPr/>
          <p:nvPr/>
        </p:nvSpPr>
        <p:spPr>
          <a:xfrm>
            <a:off x="3065463" y="4066261"/>
            <a:ext cx="908781" cy="2464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Calibration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2AF8707-1954-37C6-C879-3D1B4E4E07ED}"/>
              </a:ext>
            </a:extLst>
          </p:cNvPr>
          <p:cNvSpPr txBox="1"/>
          <p:nvPr/>
        </p:nvSpPr>
        <p:spPr>
          <a:xfrm>
            <a:off x="511337" y="333375"/>
            <a:ext cx="2368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Voyager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72582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AE95-005A-8707-700F-E88B5A27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36EA55-971E-138B-3C92-08A42A54D631}"/>
              </a:ext>
            </a:extLst>
          </p:cNvPr>
          <p:cNvSpPr/>
          <p:nvPr/>
        </p:nvSpPr>
        <p:spPr>
          <a:xfrm>
            <a:off x="924449" y="447203"/>
            <a:ext cx="2386755" cy="18712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PHD2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044F40-339F-F333-D682-C7D0FE7EB6E9}"/>
              </a:ext>
            </a:extLst>
          </p:cNvPr>
          <p:cNvSpPr/>
          <p:nvPr/>
        </p:nvSpPr>
        <p:spPr>
          <a:xfrm>
            <a:off x="5490487" y="1643299"/>
            <a:ext cx="4371268" cy="5484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ASCOM Telescope Server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4E06F3-3316-1F02-1967-029610CC8F2B}"/>
              </a:ext>
            </a:extLst>
          </p:cNvPr>
          <p:cNvSpPr/>
          <p:nvPr/>
        </p:nvSpPr>
        <p:spPr>
          <a:xfrm>
            <a:off x="5490487" y="2865472"/>
            <a:ext cx="4371268" cy="5635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 Mount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171E86-BD3D-F59E-BF80-56EFA7F2FEF3}"/>
              </a:ext>
            </a:extLst>
          </p:cNvPr>
          <p:cNvSpPr/>
          <p:nvPr/>
        </p:nvSpPr>
        <p:spPr>
          <a:xfrm>
            <a:off x="3026677" y="3491748"/>
            <a:ext cx="1898784" cy="464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TheSky</a:t>
            </a:r>
            <a:endParaRPr lang="en-US" sz="1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7A6E4B-D9EB-9720-F5CF-1A4339866B53}"/>
              </a:ext>
            </a:extLst>
          </p:cNvPr>
          <p:cNvSpPr/>
          <p:nvPr/>
        </p:nvSpPr>
        <p:spPr>
          <a:xfrm>
            <a:off x="1211948" y="3144171"/>
            <a:ext cx="941652" cy="10174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ASCOM2X</a:t>
            </a:r>
          </a:p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Adapter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D6F211-C252-5D8F-7BC1-C358E90831F8}"/>
              </a:ext>
            </a:extLst>
          </p:cNvPr>
          <p:cNvSpPr txBox="1"/>
          <p:nvPr/>
        </p:nvSpPr>
        <p:spPr>
          <a:xfrm>
            <a:off x="1081032" y="2434585"/>
            <a:ext cx="645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Pulse</a:t>
            </a:r>
          </a:p>
          <a:p>
            <a:r>
              <a:rPr lang="en-US" sz="1100" dirty="0"/>
              <a:t>Guide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35003A-2AB1-FA1C-F4E8-E29EA8E23DCE}"/>
              </a:ext>
            </a:extLst>
          </p:cNvPr>
          <p:cNvSpPr txBox="1"/>
          <p:nvPr/>
        </p:nvSpPr>
        <p:spPr>
          <a:xfrm>
            <a:off x="2331774" y="3740309"/>
            <a:ext cx="6516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Direct</a:t>
            </a:r>
          </a:p>
          <a:p>
            <a:r>
              <a:rPr lang="en-US" sz="1100" dirty="0"/>
              <a:t>Guide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6B1E090-5120-1CEB-6C78-742EA5F25884}"/>
              </a:ext>
            </a:extLst>
          </p:cNvPr>
          <p:cNvCxnSpPr>
            <a:cxnSpLocks/>
            <a:stCxn id="17" idx="2"/>
            <a:endCxn id="50" idx="0"/>
          </p:cNvCxnSpPr>
          <p:nvPr/>
        </p:nvCxnSpPr>
        <p:spPr>
          <a:xfrm rot="5400000">
            <a:off x="1487424" y="2513767"/>
            <a:ext cx="825755" cy="435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8A78715-E9A7-4ED3-54AB-C813484EB067}"/>
              </a:ext>
            </a:extLst>
          </p:cNvPr>
          <p:cNvCxnSpPr>
            <a:cxnSpLocks/>
            <a:stCxn id="50" idx="3"/>
            <a:endCxn id="39" idx="1"/>
          </p:cNvCxnSpPr>
          <p:nvPr/>
        </p:nvCxnSpPr>
        <p:spPr>
          <a:xfrm>
            <a:off x="2153600" y="3652898"/>
            <a:ext cx="873077" cy="7085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D4FCD7B-AD3F-91C6-6C81-8EF6E4B938DF}"/>
              </a:ext>
            </a:extLst>
          </p:cNvPr>
          <p:cNvCxnSpPr>
            <a:cxnSpLocks/>
            <a:stCxn id="39" idx="3"/>
            <a:endCxn id="18" idx="1"/>
          </p:cNvCxnSpPr>
          <p:nvPr/>
        </p:nvCxnSpPr>
        <p:spPr>
          <a:xfrm flipV="1">
            <a:off x="4925461" y="1917531"/>
            <a:ext cx="565026" cy="18062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3CE4C13-3F73-BC6D-A2BE-691495AD3E6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311204" y="1382810"/>
            <a:ext cx="2179283" cy="5347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ACF3D66-F56B-D80D-7C65-1B18BA453BBE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rot="5400000">
            <a:off x="7339267" y="2528617"/>
            <a:ext cx="673709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66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9EBE70D-5633-ACB9-2FF4-D0446E63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26127DF-4BFC-F366-9066-67C2C46E9849}"/>
              </a:ext>
            </a:extLst>
          </p:cNvPr>
          <p:cNvSpPr/>
          <p:nvPr/>
        </p:nvSpPr>
        <p:spPr>
          <a:xfrm>
            <a:off x="3341746" y="2047876"/>
            <a:ext cx="5508507" cy="1276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/>
              <a:t>TheSky</a:t>
            </a:r>
            <a:r>
              <a:rPr lang="en-US" sz="1200" dirty="0"/>
              <a:t> 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91D87-5352-8D57-3883-82F3C3E7705B}"/>
              </a:ext>
            </a:extLst>
          </p:cNvPr>
          <p:cNvSpPr/>
          <p:nvPr/>
        </p:nvSpPr>
        <p:spPr>
          <a:xfrm>
            <a:off x="7159897" y="4807498"/>
            <a:ext cx="763902" cy="407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Camera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3B3CF9-58EE-3946-63F4-5048F6E92C97}"/>
              </a:ext>
            </a:extLst>
          </p:cNvPr>
          <p:cNvSpPr/>
          <p:nvPr/>
        </p:nvSpPr>
        <p:spPr>
          <a:xfrm>
            <a:off x="3453876" y="2868614"/>
            <a:ext cx="1016202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A660F-AED8-4CDE-1EDF-C9A9CCCBBAFE}"/>
              </a:ext>
            </a:extLst>
          </p:cNvPr>
          <p:cNvSpPr/>
          <p:nvPr/>
        </p:nvSpPr>
        <p:spPr>
          <a:xfrm>
            <a:off x="4522642" y="2868614"/>
            <a:ext cx="1016202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904E25-BF6B-E6E5-29B2-902BB4C56A25}"/>
              </a:ext>
            </a:extLst>
          </p:cNvPr>
          <p:cNvSpPr/>
          <p:nvPr/>
        </p:nvSpPr>
        <p:spPr>
          <a:xfrm>
            <a:off x="6656670" y="2868614"/>
            <a:ext cx="1016202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70A4BB-6E46-2C27-6EA6-B96E7BE28224}"/>
              </a:ext>
            </a:extLst>
          </p:cNvPr>
          <p:cNvSpPr/>
          <p:nvPr/>
        </p:nvSpPr>
        <p:spPr>
          <a:xfrm>
            <a:off x="7721932" y="2868614"/>
            <a:ext cx="1016202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Camera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08C75-5820-177E-1416-7BF1A495C4CC}"/>
              </a:ext>
            </a:extLst>
          </p:cNvPr>
          <p:cNvSpPr/>
          <p:nvPr/>
        </p:nvSpPr>
        <p:spPr>
          <a:xfrm>
            <a:off x="5591408" y="2868614"/>
            <a:ext cx="1016202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7169A2-5491-B54E-A959-A2E08624F6CF}"/>
              </a:ext>
            </a:extLst>
          </p:cNvPr>
          <p:cNvSpPr/>
          <p:nvPr/>
        </p:nvSpPr>
        <p:spPr>
          <a:xfrm>
            <a:off x="3341747" y="3412341"/>
            <a:ext cx="5508505" cy="3325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X2 &amp; ASCOM drivers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FA38EF-8F9D-4E2F-C1A9-87DE8400271C}"/>
              </a:ext>
            </a:extLst>
          </p:cNvPr>
          <p:cNvSpPr/>
          <p:nvPr/>
        </p:nvSpPr>
        <p:spPr>
          <a:xfrm>
            <a:off x="6229927" y="3846094"/>
            <a:ext cx="2623842" cy="3965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LT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6242C9-9CE2-4E04-D9FE-5F3B4C1D5699}"/>
              </a:ext>
            </a:extLst>
          </p:cNvPr>
          <p:cNvSpPr/>
          <p:nvPr/>
        </p:nvSpPr>
        <p:spPr>
          <a:xfrm>
            <a:off x="4271369" y="3862311"/>
            <a:ext cx="873537" cy="396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2894D7-CDD7-CB47-F714-7C0EEB490350}"/>
              </a:ext>
            </a:extLst>
          </p:cNvPr>
          <p:cNvSpPr/>
          <p:nvPr/>
        </p:nvSpPr>
        <p:spPr>
          <a:xfrm>
            <a:off x="3341746" y="3862311"/>
            <a:ext cx="873537" cy="398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Paramount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30420A-1FF2-21C5-9135-A7B11CDA6A23}"/>
              </a:ext>
            </a:extLst>
          </p:cNvPr>
          <p:cNvSpPr/>
          <p:nvPr/>
        </p:nvSpPr>
        <p:spPr>
          <a:xfrm>
            <a:off x="6236923" y="4326796"/>
            <a:ext cx="2613329" cy="3965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MDL Drivers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B446E7-F367-83CA-7FA3-41CAC1A684C9}"/>
              </a:ext>
            </a:extLst>
          </p:cNvPr>
          <p:cNvSpPr/>
          <p:nvPr/>
        </p:nvSpPr>
        <p:spPr>
          <a:xfrm>
            <a:off x="5030320" y="2401762"/>
            <a:ext cx="2228849" cy="3787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T-Point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26BF9-45C5-2BAD-6DAD-60ECE7E7C784}"/>
              </a:ext>
            </a:extLst>
          </p:cNvPr>
          <p:cNvSpPr txBox="1"/>
          <p:nvPr/>
        </p:nvSpPr>
        <p:spPr>
          <a:xfrm>
            <a:off x="435293" y="371475"/>
            <a:ext cx="301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TheSky</a:t>
            </a:r>
            <a:r>
              <a:rPr lang="en-US" dirty="0"/>
              <a:t> T-Point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29456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EF7B9B-2D76-C0DC-8980-338087098339}"/>
              </a:ext>
            </a:extLst>
          </p:cNvPr>
          <p:cNvSpPr/>
          <p:nvPr/>
        </p:nvSpPr>
        <p:spPr>
          <a:xfrm>
            <a:off x="4843214" y="1154653"/>
            <a:ext cx="1224529" cy="441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PulseGuide</a:t>
            </a:r>
            <a:r>
              <a:rPr lang="en-US" sz="1200" dirty="0"/>
              <a:t> Handler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EC33B5-C88D-94A9-62E3-D3A81827ECAD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6067743" y="1375623"/>
            <a:ext cx="13070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38463C0-1592-B24C-9E64-7BC5FFAF5762}"/>
              </a:ext>
            </a:extLst>
          </p:cNvPr>
          <p:cNvSpPr/>
          <p:nvPr/>
        </p:nvSpPr>
        <p:spPr>
          <a:xfrm>
            <a:off x="7374814" y="1236742"/>
            <a:ext cx="1720025" cy="277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Log: Can Pulse Guide</a:t>
            </a:r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28ED4F11-D645-F29A-5DB5-6454EFB6A1DA}"/>
              </a:ext>
            </a:extLst>
          </p:cNvPr>
          <p:cNvSpPr/>
          <p:nvPr/>
        </p:nvSpPr>
        <p:spPr>
          <a:xfrm>
            <a:off x="4406917" y="269643"/>
            <a:ext cx="2113937" cy="695313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Ascom </a:t>
            </a:r>
            <a:r>
              <a:rPr lang="en-US" sz="1200" dirty="0" err="1"/>
              <a:t>PulseGuide</a:t>
            </a:r>
            <a:endParaRPr lang="en-US" sz="1200" dirty="0"/>
          </a:p>
          <a:p>
            <a:pPr algn="ctr"/>
            <a:r>
              <a:rPr lang="en-US" sz="1200" dirty="0"/>
              <a:t>(direction, duration)</a:t>
            </a:r>
          </a:p>
          <a:p>
            <a:pPr algn="ctr"/>
            <a:r>
              <a:rPr lang="en-US" sz="1200" dirty="0"/>
              <a:t>Command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07627-256F-2723-C408-968EF24CADDF}"/>
              </a:ext>
            </a:extLst>
          </p:cNvPr>
          <p:cNvSpPr/>
          <p:nvPr/>
        </p:nvSpPr>
        <p:spPr>
          <a:xfrm>
            <a:off x="4288626" y="3159827"/>
            <a:ext cx="2350518" cy="31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Convert To Direct Guide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DB4EDE-FEBD-E6E1-A4DE-F0A3412239D2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5455479" y="964956"/>
            <a:ext cx="8407" cy="18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A6FF8E-EEC6-07E4-0BCA-1CE847FC1A79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5455479" y="1596593"/>
            <a:ext cx="8407" cy="197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CF9EDC16-64D4-B908-3F97-5EBCDDB4DAB1}"/>
              </a:ext>
            </a:extLst>
          </p:cNvPr>
          <p:cNvSpPr/>
          <p:nvPr/>
        </p:nvSpPr>
        <p:spPr>
          <a:xfrm>
            <a:off x="4851621" y="1794410"/>
            <a:ext cx="1224529" cy="113537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 Direct Guide?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1136E4-AE1D-B1E0-F0F0-9DFB68EDB99A}"/>
              </a:ext>
            </a:extLst>
          </p:cNvPr>
          <p:cNvSpPr txBox="1"/>
          <p:nvPr/>
        </p:nvSpPr>
        <p:spPr>
          <a:xfrm>
            <a:off x="4489021" y="2098410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BF2111-55D1-844D-7F06-C60C1B425685}"/>
              </a:ext>
            </a:extLst>
          </p:cNvPr>
          <p:cNvCxnSpPr>
            <a:cxnSpLocks/>
            <a:stCxn id="24" idx="2"/>
            <a:endCxn id="7" idx="0"/>
          </p:cNvCxnSpPr>
          <p:nvPr/>
        </p:nvCxnSpPr>
        <p:spPr>
          <a:xfrm flipH="1">
            <a:off x="5463885" y="2929785"/>
            <a:ext cx="1" cy="230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FBCE75D-87FE-7800-9503-411D53EA6C47}"/>
              </a:ext>
            </a:extLst>
          </p:cNvPr>
          <p:cNvSpPr txBox="1"/>
          <p:nvPr/>
        </p:nvSpPr>
        <p:spPr>
          <a:xfrm>
            <a:off x="5636835" y="2831528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E23D62-445B-2EC3-BB1A-A753B41E7AB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913239" y="2360020"/>
            <a:ext cx="938382" cy="2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9FA499-D8B7-D0D2-DECF-B2A74D2A11CC}"/>
              </a:ext>
            </a:extLst>
          </p:cNvPr>
          <p:cNvCxnSpPr>
            <a:cxnSpLocks/>
            <a:stCxn id="7" idx="3"/>
            <a:endCxn id="53" idx="1"/>
          </p:cNvCxnSpPr>
          <p:nvPr/>
        </p:nvCxnSpPr>
        <p:spPr>
          <a:xfrm flipV="1">
            <a:off x="6639144" y="2102612"/>
            <a:ext cx="735669" cy="1217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8D33147-EB2D-9117-44C8-2A021DAED4AF}"/>
              </a:ext>
            </a:extLst>
          </p:cNvPr>
          <p:cNvSpPr/>
          <p:nvPr/>
        </p:nvSpPr>
        <p:spPr>
          <a:xfrm>
            <a:off x="7374813" y="1963731"/>
            <a:ext cx="1720025" cy="277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Log: </a:t>
            </a:r>
            <a:r>
              <a:rPr lang="en-US" sz="1200" dirty="0" err="1"/>
              <a:t>DirectGuide</a:t>
            </a:r>
            <a:endParaRPr lang="en-US" sz="1200" dirty="0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49661122-9144-735F-8356-07116D80D7BE}"/>
              </a:ext>
            </a:extLst>
          </p:cNvPr>
          <p:cNvSpPr/>
          <p:nvPr/>
        </p:nvSpPr>
        <p:spPr>
          <a:xfrm>
            <a:off x="7006978" y="3538243"/>
            <a:ext cx="2349908" cy="4824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Direct Guide command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E7DB3EBF-7234-F0D5-7AC7-04C19953F17F}"/>
              </a:ext>
            </a:extLst>
          </p:cNvPr>
          <p:cNvCxnSpPr>
            <a:cxnSpLocks/>
            <a:stCxn id="7" idx="2"/>
            <a:endCxn id="112" idx="1"/>
          </p:cNvCxnSpPr>
          <p:nvPr/>
        </p:nvCxnSpPr>
        <p:spPr>
          <a:xfrm rot="16200000" flipH="1">
            <a:off x="6085536" y="2858036"/>
            <a:ext cx="299790" cy="15430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9784F0B2-C256-A2EC-3E27-3A815179AB62}"/>
              </a:ext>
            </a:extLst>
          </p:cNvPr>
          <p:cNvSpPr/>
          <p:nvPr/>
        </p:nvSpPr>
        <p:spPr>
          <a:xfrm>
            <a:off x="7052716" y="4284134"/>
            <a:ext cx="2349908" cy="4824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IsSlewComplete</a:t>
            </a:r>
            <a:endParaRPr lang="en-US" sz="1200" dirty="0"/>
          </a:p>
        </p:txBody>
      </p:sp>
      <p:sp>
        <p:nvSpPr>
          <p:cNvPr id="137" name="Flowchart: Decision 136">
            <a:extLst>
              <a:ext uri="{FF2B5EF4-FFF2-40B4-BE49-F238E27FC236}">
                <a16:creationId xmlns:a16="http://schemas.microsoft.com/office/drawing/2014/main" id="{A6992A86-7A51-5DD6-DCE6-42CB9CF036CA}"/>
              </a:ext>
            </a:extLst>
          </p:cNvPr>
          <p:cNvSpPr/>
          <p:nvPr/>
        </p:nvSpPr>
        <p:spPr>
          <a:xfrm>
            <a:off x="4534097" y="4449169"/>
            <a:ext cx="1986757" cy="113562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 Slew Complete ?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DEC09BA8-5F67-8AA8-2312-130D875C1221}"/>
              </a:ext>
            </a:extLst>
          </p:cNvPr>
          <p:cNvCxnSpPr>
            <a:cxnSpLocks/>
            <a:stCxn id="136" idx="1"/>
            <a:endCxn id="137" idx="0"/>
          </p:cNvCxnSpPr>
          <p:nvPr/>
        </p:nvCxnSpPr>
        <p:spPr>
          <a:xfrm rot="10800000">
            <a:off x="5527476" y="4449169"/>
            <a:ext cx="1525240" cy="76200"/>
          </a:xfrm>
          <a:prstGeom prst="bentConnector4">
            <a:avLst>
              <a:gd name="adj1" fmla="val 17435"/>
              <a:gd name="adj2" fmla="val 4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04BEC4B3-A968-7D98-9B7C-FD346F088785}"/>
              </a:ext>
            </a:extLst>
          </p:cNvPr>
          <p:cNvCxnSpPr>
            <a:stCxn id="136" idx="1"/>
            <a:endCxn id="137" idx="3"/>
          </p:cNvCxnSpPr>
          <p:nvPr/>
        </p:nvCxnSpPr>
        <p:spPr>
          <a:xfrm rot="10800000" flipV="1">
            <a:off x="6520854" y="4525368"/>
            <a:ext cx="531862" cy="4916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82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</TotalTime>
  <Words>322</Words>
  <Application>Microsoft Office PowerPoint</Application>
  <PresentationFormat>Widescreen</PresentationFormat>
  <Paragraphs>163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McAlister</dc:creator>
  <cp:lastModifiedBy>Rick McAlister</cp:lastModifiedBy>
  <cp:revision>1</cp:revision>
  <dcterms:created xsi:type="dcterms:W3CDTF">2025-01-23T22:05:49Z</dcterms:created>
  <dcterms:modified xsi:type="dcterms:W3CDTF">2025-03-28T16:40:01Z</dcterms:modified>
</cp:coreProperties>
</file>